
<file path=[Content_Types].xml><?xml version="1.0" encoding="utf-8"?>
<Types xmlns="http://schemas.openxmlformats.org/package/2006/content-types">
  <Default Extension="bin" ContentType="application/vnd.ms-office.activeX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ctiveX/activeX1.xml" ContentType="application/vnd.ms-office.activeX+xml"/>
  <Override PartName="/ppt/activeX/activeX2.xml" ContentType="application/vnd.ms-office.activeX+xml"/>
  <Override PartName="/ppt/activeX/activeX3.xml" ContentType="application/vnd.ms-office.activeX+xml"/>
  <Override PartName="/ppt/activeX/activeX4.xml" ContentType="application/vnd.ms-office.activeX+xml"/>
  <Override PartName="/ppt/activeX/activeX5.xml" ContentType="application/vnd.ms-office.activeX+xml"/>
  <Override PartName="/ppt/activeX/activeX6.xml" ContentType="application/vnd.ms-office.activeX+xml"/>
  <Override PartName="/ppt/activeX/activeX7.xml" ContentType="application/vnd.ms-office.activeX+xml"/>
  <Override PartName="/ppt/activeX/activeX8.xml" ContentType="application/vnd.ms-office.activeX+xml"/>
  <Override PartName="/ppt/activeX/activeX9.xml" ContentType="application/vnd.ms-office.activeX+xml"/>
  <Override PartName="/ppt/activeX/activeX10.xml" ContentType="application/vnd.ms-office.activeX+xml"/>
  <Override PartName="/ppt/activeX/activeX11.xml" ContentType="application/vnd.ms-office.activeX+xml"/>
  <Override PartName="/ppt/activeX/activeX12.xml" ContentType="application/vnd.ms-office.activeX+xml"/>
  <Override PartName="/ppt/activeX/activeX13.xml" ContentType="application/vnd.ms-office.activeX+xml"/>
  <Override PartName="/ppt/activeX/activeX14.xml" ContentType="application/vnd.ms-office.activeX+xml"/>
  <Override PartName="/ppt/activeX/activeX15.xml" ContentType="application/vnd.ms-office.activeX+xml"/>
  <Override PartName="/ppt/activeX/activeX16.xml" ContentType="application/vnd.ms-office.activeX+xml"/>
  <Override PartName="/ppt/activeX/activeX17.xml" ContentType="application/vnd.ms-office.activeX+xml"/>
  <Override PartName="/ppt/activeX/activeX18.xml" ContentType="application/vnd.ms-office.activeX+xml"/>
  <Override PartName="/ppt/activeX/activeX19.xml" ContentType="application/vnd.ms-office.activeX+xml"/>
  <Override PartName="/ppt/activeX/activeX20.xml" ContentType="application/vnd.ms-office.activeX+xml"/>
  <Override PartName="/ppt/activeX/activeX21.xml" ContentType="application/vnd.ms-office.activeX+xml"/>
  <Override PartName="/ppt/activeX/activeX22.xml" ContentType="application/vnd.ms-office.activeX+xml"/>
  <Override PartName="/ppt/activeX/activeX23.xml" ContentType="application/vnd.ms-office.activeX+xml"/>
  <Override PartName="/ppt/activeX/activeX24.xml" ContentType="application/vnd.ms-office.activeX+xml"/>
  <Override PartName="/ppt/activeX/activeX25.xml" ContentType="application/vnd.ms-office.activeX+xml"/>
  <Override PartName="/ppt/activeX/activeX26.xml" ContentType="application/vnd.ms-office.activeX+xml"/>
  <Override PartName="/ppt/activeX/activeX27.xml" ContentType="application/vnd.ms-office.activeX+xml"/>
  <Override PartName="/ppt/activeX/activeX28.xml" ContentType="application/vnd.ms-office.activeX+xml"/>
  <Override PartName="/ppt/activeX/activeX29.xml" ContentType="application/vnd.ms-office.activeX+xml"/>
  <Override PartName="/ppt/activeX/activeX30.xml" ContentType="application/vnd.ms-office.activeX+xml"/>
  <Override PartName="/ppt/activeX/activeX31.xml" ContentType="application/vnd.ms-office.activeX+xml"/>
  <Override PartName="/ppt/activeX/activeX32.xml" ContentType="application/vnd.ms-office.activeX+xml"/>
  <Override PartName="/ppt/activeX/activeX33.xml" ContentType="application/vnd.ms-office.activeX+xml"/>
  <Override PartName="/ppt/activeX/activeX34.xml" ContentType="application/vnd.ms-office.activeX+xml"/>
  <Override PartName="/ppt/activeX/activeX35.xml" ContentType="application/vnd.ms-office.activeX+xml"/>
  <Override PartName="/ppt/activeX/activeX36.xml" ContentType="application/vnd.ms-office.activeX+xml"/>
  <Override PartName="/ppt/activeX/activeX37.xml" ContentType="application/vnd.ms-office.activeX+xml"/>
  <Override PartName="/ppt/activeX/activeX38.xml" ContentType="application/vnd.ms-office.activeX+xml"/>
  <Override PartName="/ppt/activeX/activeX39.xml" ContentType="application/vnd.ms-office.activeX+xml"/>
  <Override PartName="/ppt/activeX/activeX40.xml" ContentType="application/vnd.ms-office.activeX+xml"/>
  <Override PartName="/ppt/activeX/activeX41.xml" ContentType="application/vnd.ms-office.activeX+xml"/>
  <Override PartName="/ppt/activeX/activeX42.xml" ContentType="application/vnd.ms-office.activeX+xml"/>
  <Override PartName="/ppt/activeX/activeX43.xml" ContentType="application/vnd.ms-office.activeX+xml"/>
  <Override PartName="/ppt/activeX/activeX44.xml" ContentType="application/vnd.ms-office.activeX+xml"/>
  <Override PartName="/ppt/activeX/activeX45.xml" ContentType="application/vnd.ms-office.activeX+xml"/>
  <Override PartName="/ppt/activeX/activeX46.xml" ContentType="application/vnd.ms-office.activeX+xml"/>
  <Override PartName="/ppt/activeX/activeX47.xml" ContentType="application/vnd.ms-office.activeX+xml"/>
  <Override PartName="/ppt/activeX/activeX48.xml" ContentType="application/vnd.ms-office.activeX+xml"/>
  <Override PartName="/ppt/activeX/activeX49.xml" ContentType="application/vnd.ms-office.activeX+xml"/>
  <Override PartName="/ppt/activeX/activeX50.xml" ContentType="application/vnd.ms-office.activeX+xml"/>
  <Override PartName="/ppt/activeX/activeX51.xml" ContentType="application/vnd.ms-office.activeX+xml"/>
  <Override PartName="/ppt/activeX/activeX52.xml" ContentType="application/vnd.ms-office.activeX+xml"/>
  <Override PartName="/ppt/activeX/activeX53.xml" ContentType="application/vnd.ms-office.activeX+xml"/>
  <Override PartName="/ppt/activeX/activeX54.xml" ContentType="application/vnd.ms-office.activeX+xml"/>
  <Override PartName="/ppt/activeX/activeX55.xml" ContentType="application/vnd.ms-office.activeX+xml"/>
  <Override PartName="/ppt/activeX/activeX56.xml" ContentType="application/vnd.ms-office.activeX+xml"/>
  <Override PartName="/ppt/activeX/activeX57.xml" ContentType="application/vnd.ms-office.activeX+xml"/>
  <Override PartName="/ppt/activeX/activeX58.xml" ContentType="application/vnd.ms-office.activeX+xml"/>
  <Override PartName="/ppt/activeX/activeX59.xml" ContentType="application/vnd.ms-office.activeX+xml"/>
  <Override PartName="/ppt/activeX/activeX60.xml" ContentType="application/vnd.ms-office.activeX+xml"/>
  <Override PartName="/ppt/activeX/activeX61.xml" ContentType="application/vnd.ms-office.activeX+xml"/>
  <Override PartName="/ppt/activeX/activeX62.xml" ContentType="application/vnd.ms-office.activeX+xml"/>
  <Override PartName="/ppt/activeX/activeX63.xml" ContentType="application/vnd.ms-office.activeX+xml"/>
  <Override PartName="/ppt/activeX/activeX64.xml" ContentType="application/vnd.ms-office.activeX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activeX/activeX65.xml" ContentType="application/vnd.ms-office.activeX+xml"/>
  <Override PartName="/ppt/activeX/activeX66.xml" ContentType="application/vnd.ms-office.activeX+xml"/>
  <Override PartName="/ppt/activeX/activeX67.xml" ContentType="application/vnd.ms-office.activeX+xml"/>
  <Override PartName="/ppt/activeX/activeX68.xml" ContentType="application/vnd.ms-office.activeX+xml"/>
  <Override PartName="/ppt/activeX/activeX69.xml" ContentType="application/vnd.ms-office.activeX+xml"/>
  <Override PartName="/ppt/activeX/activeX70.xml" ContentType="application/vnd.ms-office.activeX+xml"/>
  <Override PartName="/ppt/activeX/activeX71.xml" ContentType="application/vnd.ms-office.activeX+xml"/>
  <Override PartName="/ppt/activeX/activeX72.xml" ContentType="application/vnd.ms-office.activeX+xml"/>
  <Override PartName="/ppt/activeX/activeX73.xml" ContentType="application/vnd.ms-office.activeX+xml"/>
  <Override PartName="/ppt/activeX/activeX74.xml" ContentType="application/vnd.ms-office.activeX+xml"/>
  <Override PartName="/ppt/activeX/activeX75.xml" ContentType="application/vnd.ms-office.activeX+xml"/>
  <Override PartName="/ppt/activeX/activeX76.xml" ContentType="application/vnd.ms-office.activeX+xml"/>
  <Override PartName="/ppt/activeX/activeX77.xml" ContentType="application/vnd.ms-office.activeX+xml"/>
  <Override PartName="/ppt/activeX/activeX78.xml" ContentType="application/vnd.ms-office.activeX+xml"/>
  <Override PartName="/ppt/activeX/activeX79.xml" ContentType="application/vnd.ms-office.activeX+xml"/>
  <Override PartName="/ppt/activeX/activeX80.xml" ContentType="application/vnd.ms-office.activeX+xml"/>
  <Override PartName="/ppt/activeX/activeX81.xml" ContentType="application/vnd.ms-office.activeX+xml"/>
  <Override PartName="/ppt/activeX/activeX82.xml" ContentType="application/vnd.ms-office.activeX+xml"/>
  <Override PartName="/ppt/activeX/activeX83.xml" ContentType="application/vnd.ms-office.activeX+xml"/>
  <Override PartName="/ppt/activeX/activeX84.xml" ContentType="application/vnd.ms-office.activeX+xml"/>
  <Override PartName="/ppt/activeX/activeX85.xml" ContentType="application/vnd.ms-office.activeX+xml"/>
  <Override PartName="/ppt/activeX/activeX86.xml" ContentType="application/vnd.ms-office.activeX+xml"/>
  <Override PartName="/ppt/activeX/activeX87.xml" ContentType="application/vnd.ms-office.activeX+xml"/>
  <Override PartName="/ppt/activeX/activeX88.xml" ContentType="application/vnd.ms-office.activeX+xml"/>
  <Override PartName="/ppt/activeX/activeX89.xml" ContentType="application/vnd.ms-office.activeX+xml"/>
  <Override PartName="/ppt/activeX/activeX90.xml" ContentType="application/vnd.ms-office.activeX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58" r:id="rId2"/>
    <p:sldId id="301" r:id="rId3"/>
    <p:sldId id="257" r:id="rId4"/>
    <p:sldId id="285" r:id="rId5"/>
    <p:sldId id="259" r:id="rId6"/>
    <p:sldId id="286" r:id="rId7"/>
    <p:sldId id="260" r:id="rId8"/>
    <p:sldId id="291" r:id="rId9"/>
    <p:sldId id="261" r:id="rId10"/>
    <p:sldId id="292" r:id="rId11"/>
    <p:sldId id="302" r:id="rId12"/>
    <p:sldId id="294" r:id="rId13"/>
    <p:sldId id="295" r:id="rId14"/>
    <p:sldId id="296" r:id="rId15"/>
    <p:sldId id="287" r:id="rId16"/>
    <p:sldId id="297" r:id="rId17"/>
    <p:sldId id="298" r:id="rId18"/>
    <p:sldId id="299" r:id="rId19"/>
    <p:sldId id="300" r:id="rId20"/>
    <p:sldId id="303" r:id="rId21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4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53" d="100"/>
          <a:sy n="53" d="100"/>
        </p:scale>
        <p:origin x="1339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_rels/activeX3.xml.rels><?xml version="1.0" encoding="UTF-8" standalone="yes"?>
<Relationships xmlns="http://schemas.openxmlformats.org/package/2006/relationships"><Relationship Id="rId1" Type="http://schemas.microsoft.com/office/2006/relationships/activeXControlBinary" Target="activeX3.bin"/></Relationships>
</file>

<file path=ppt/activeX/_rels/activeX4.xml.rels><?xml version="1.0" encoding="UTF-8" standalone="yes"?>
<Relationships xmlns="http://schemas.openxmlformats.org/package/2006/relationships"><Relationship Id="rId1" Type="http://schemas.microsoft.com/office/2006/relationships/activeXControlBinary" Target="activeX4.bin"/></Relationships>
</file>

<file path=ppt/activeX/_rels/activeX5.xml.rels><?xml version="1.0" encoding="UTF-8" standalone="yes"?>
<Relationships xmlns="http://schemas.openxmlformats.org/package/2006/relationships"><Relationship Id="rId1" Type="http://schemas.microsoft.com/office/2006/relationships/activeXControlBinary" Target="activeX5.bin"/></Relationships>
</file>

<file path=ppt/activeX/_rels/activeX6.xml.rels><?xml version="1.0" encoding="UTF-8" standalone="yes"?>
<Relationships xmlns="http://schemas.openxmlformats.org/package/2006/relationships"><Relationship Id="rId1" Type="http://schemas.microsoft.com/office/2006/relationships/activeXControlBinary" Target="activeX6.bin"/></Relationships>
</file>

<file path=ppt/activeX/_rels/activeX7.xml.rels><?xml version="1.0" encoding="UTF-8" standalone="yes"?>
<Relationships xmlns="http://schemas.openxmlformats.org/package/2006/relationships"><Relationship Id="rId1" Type="http://schemas.microsoft.com/office/2006/relationships/activeXControlBinary" Target="activeX7.bin"/></Relationships>
</file>

<file path=ppt/activeX/_rels/activeX8.xml.rels><?xml version="1.0" encoding="UTF-8" standalone="yes"?>
<Relationships xmlns="http://schemas.openxmlformats.org/package/2006/relationships"><Relationship Id="rId1" Type="http://schemas.microsoft.com/office/2006/relationships/activeXControlBinary" Target="activeX8.bin"/></Relationships>
</file>

<file path=ppt/activeX/_rels/activeX9.xml.rels><?xml version="1.0" encoding="UTF-8" standalone="yes"?>
<Relationships xmlns="http://schemas.openxmlformats.org/package/2006/relationships"><Relationship Id="rId1" Type="http://schemas.microsoft.com/office/2006/relationships/activeXControlBinary" Target="activeX9.bin"/></Relationships>
</file>

<file path=ppt/activeX/_rels/activeX10.xml.rels><?xml version="1.0" encoding="UTF-8" standalone="yes"?>
<Relationships xmlns="http://schemas.openxmlformats.org/package/2006/relationships"><Relationship Id="rId1" Type="http://schemas.microsoft.com/office/2006/relationships/activeXControlBinary" Target="activeX10.bin"/></Relationships>
</file>

<file path=ppt/activeX/_rels/activeX11.xml.rels><?xml version="1.0" encoding="UTF-8" standalone="yes"?>
<Relationships xmlns="http://schemas.openxmlformats.org/package/2006/relationships"><Relationship Id="rId1" Type="http://schemas.microsoft.com/office/2006/relationships/activeXControlBinary" Target="activeX11.bin"/></Relationships>
</file>

<file path=ppt/activeX/_rels/activeX12.xml.rels><?xml version="1.0" encoding="UTF-8" standalone="yes"?>
<Relationships xmlns="http://schemas.openxmlformats.org/package/2006/relationships"><Relationship Id="rId1" Type="http://schemas.microsoft.com/office/2006/relationships/activeXControlBinary" Target="activeX12.bin"/></Relationships>
</file>

<file path=ppt/activeX/_rels/activeX13.xml.rels><?xml version="1.0" encoding="UTF-8" standalone="yes"?>
<Relationships xmlns="http://schemas.openxmlformats.org/package/2006/relationships"><Relationship Id="rId1" Type="http://schemas.microsoft.com/office/2006/relationships/activeXControlBinary" Target="activeX13.bin"/></Relationships>
</file>

<file path=ppt/activeX/_rels/activeX14.xml.rels><?xml version="1.0" encoding="UTF-8" standalone="yes"?>
<Relationships xmlns="http://schemas.openxmlformats.org/package/2006/relationships"><Relationship Id="rId1" Type="http://schemas.microsoft.com/office/2006/relationships/activeXControlBinary" Target="activeX14.bin"/></Relationships>
</file>

<file path=ppt/activeX/_rels/activeX15.xml.rels><?xml version="1.0" encoding="UTF-8" standalone="yes"?>
<Relationships xmlns="http://schemas.openxmlformats.org/package/2006/relationships"><Relationship Id="rId1" Type="http://schemas.microsoft.com/office/2006/relationships/activeXControlBinary" Target="activeX15.bin"/></Relationships>
</file>

<file path=ppt/activeX/_rels/activeX16.xml.rels><?xml version="1.0" encoding="UTF-8" standalone="yes"?>
<Relationships xmlns="http://schemas.openxmlformats.org/package/2006/relationships"><Relationship Id="rId1" Type="http://schemas.microsoft.com/office/2006/relationships/activeXControlBinary" Target="activeX16.bin"/></Relationships>
</file>

<file path=ppt/activeX/_rels/activeX17.xml.rels><?xml version="1.0" encoding="UTF-8" standalone="yes"?>
<Relationships xmlns="http://schemas.openxmlformats.org/package/2006/relationships"><Relationship Id="rId1" Type="http://schemas.microsoft.com/office/2006/relationships/activeXControlBinary" Target="activeX17.bin"/></Relationships>
</file>

<file path=ppt/activeX/_rels/activeX18.xml.rels><?xml version="1.0" encoding="UTF-8" standalone="yes"?>
<Relationships xmlns="http://schemas.openxmlformats.org/package/2006/relationships"><Relationship Id="rId1" Type="http://schemas.microsoft.com/office/2006/relationships/activeXControlBinary" Target="activeX18.bin"/></Relationships>
</file>

<file path=ppt/activeX/_rels/activeX19.xml.rels><?xml version="1.0" encoding="UTF-8" standalone="yes"?>
<Relationships xmlns="http://schemas.openxmlformats.org/package/2006/relationships"><Relationship Id="rId1" Type="http://schemas.microsoft.com/office/2006/relationships/activeXControlBinary" Target="activeX19.bin"/></Relationships>
</file>

<file path=ppt/activeX/_rels/activeX20.xml.rels><?xml version="1.0" encoding="UTF-8" standalone="yes"?>
<Relationships xmlns="http://schemas.openxmlformats.org/package/2006/relationships"><Relationship Id="rId1" Type="http://schemas.microsoft.com/office/2006/relationships/activeXControlBinary" Target="activeX20.bin"/></Relationships>
</file>

<file path=ppt/activeX/_rels/activeX21.xml.rels><?xml version="1.0" encoding="UTF-8" standalone="yes"?>
<Relationships xmlns="http://schemas.openxmlformats.org/package/2006/relationships"><Relationship Id="rId1" Type="http://schemas.microsoft.com/office/2006/relationships/activeXControlBinary" Target="activeX21.bin"/></Relationships>
</file>

<file path=ppt/activeX/_rels/activeX22.xml.rels><?xml version="1.0" encoding="UTF-8" standalone="yes"?>
<Relationships xmlns="http://schemas.openxmlformats.org/package/2006/relationships"><Relationship Id="rId1" Type="http://schemas.microsoft.com/office/2006/relationships/activeXControlBinary" Target="activeX22.bin"/></Relationships>
</file>

<file path=ppt/activeX/_rels/activeX23.xml.rels><?xml version="1.0" encoding="UTF-8" standalone="yes"?>
<Relationships xmlns="http://schemas.openxmlformats.org/package/2006/relationships"><Relationship Id="rId1" Type="http://schemas.microsoft.com/office/2006/relationships/activeXControlBinary" Target="activeX23.bin"/></Relationships>
</file>

<file path=ppt/activeX/_rels/activeX24.xml.rels><?xml version="1.0" encoding="UTF-8" standalone="yes"?>
<Relationships xmlns="http://schemas.openxmlformats.org/package/2006/relationships"><Relationship Id="rId1" Type="http://schemas.microsoft.com/office/2006/relationships/activeXControlBinary" Target="activeX24.bin"/></Relationships>
</file>

<file path=ppt/activeX/_rels/activeX25.xml.rels><?xml version="1.0" encoding="UTF-8" standalone="yes"?>
<Relationships xmlns="http://schemas.openxmlformats.org/package/2006/relationships"><Relationship Id="rId1" Type="http://schemas.microsoft.com/office/2006/relationships/activeXControlBinary" Target="activeX25.bin"/></Relationships>
</file>

<file path=ppt/activeX/_rels/activeX26.xml.rels><?xml version="1.0" encoding="UTF-8" standalone="yes"?>
<Relationships xmlns="http://schemas.openxmlformats.org/package/2006/relationships"><Relationship Id="rId1" Type="http://schemas.microsoft.com/office/2006/relationships/activeXControlBinary" Target="activeX26.bin"/></Relationships>
</file>

<file path=ppt/activeX/_rels/activeX27.xml.rels><?xml version="1.0" encoding="UTF-8" standalone="yes"?>
<Relationships xmlns="http://schemas.openxmlformats.org/package/2006/relationships"><Relationship Id="rId1" Type="http://schemas.microsoft.com/office/2006/relationships/activeXControlBinary" Target="activeX27.bin"/></Relationships>
</file>

<file path=ppt/activeX/_rels/activeX28.xml.rels><?xml version="1.0" encoding="UTF-8" standalone="yes"?>
<Relationships xmlns="http://schemas.openxmlformats.org/package/2006/relationships"><Relationship Id="rId1" Type="http://schemas.microsoft.com/office/2006/relationships/activeXControlBinary" Target="activeX28.bin"/></Relationships>
</file>

<file path=ppt/activeX/_rels/activeX29.xml.rels><?xml version="1.0" encoding="UTF-8" standalone="yes"?>
<Relationships xmlns="http://schemas.openxmlformats.org/package/2006/relationships"><Relationship Id="rId1" Type="http://schemas.microsoft.com/office/2006/relationships/activeXControlBinary" Target="activeX29.bin"/></Relationships>
</file>

<file path=ppt/activeX/_rels/activeX30.xml.rels><?xml version="1.0" encoding="UTF-8" standalone="yes"?>
<Relationships xmlns="http://schemas.openxmlformats.org/package/2006/relationships"><Relationship Id="rId1" Type="http://schemas.microsoft.com/office/2006/relationships/activeXControlBinary" Target="activeX30.bin"/></Relationships>
</file>

<file path=ppt/activeX/_rels/activeX31.xml.rels><?xml version="1.0" encoding="UTF-8" standalone="yes"?>
<Relationships xmlns="http://schemas.openxmlformats.org/package/2006/relationships"><Relationship Id="rId1" Type="http://schemas.microsoft.com/office/2006/relationships/activeXControlBinary" Target="activeX31.bin"/></Relationships>
</file>

<file path=ppt/activeX/_rels/activeX32.xml.rels><?xml version="1.0" encoding="UTF-8" standalone="yes"?>
<Relationships xmlns="http://schemas.openxmlformats.org/package/2006/relationships"><Relationship Id="rId1" Type="http://schemas.microsoft.com/office/2006/relationships/activeXControlBinary" Target="activeX32.bin"/></Relationships>
</file>

<file path=ppt/activeX/_rels/activeX33.xml.rels><?xml version="1.0" encoding="UTF-8" standalone="yes"?>
<Relationships xmlns="http://schemas.openxmlformats.org/package/2006/relationships"><Relationship Id="rId1" Type="http://schemas.microsoft.com/office/2006/relationships/activeXControlBinary" Target="activeX33.bin"/></Relationships>
</file>

<file path=ppt/activeX/_rels/activeX34.xml.rels><?xml version="1.0" encoding="UTF-8" standalone="yes"?>
<Relationships xmlns="http://schemas.openxmlformats.org/package/2006/relationships"><Relationship Id="rId1" Type="http://schemas.microsoft.com/office/2006/relationships/activeXControlBinary" Target="activeX34.bin"/></Relationships>
</file>

<file path=ppt/activeX/_rels/activeX35.xml.rels><?xml version="1.0" encoding="UTF-8" standalone="yes"?>
<Relationships xmlns="http://schemas.openxmlformats.org/package/2006/relationships"><Relationship Id="rId1" Type="http://schemas.microsoft.com/office/2006/relationships/activeXControlBinary" Target="activeX35.bin"/></Relationships>
</file>

<file path=ppt/activeX/_rels/activeX36.xml.rels><?xml version="1.0" encoding="UTF-8" standalone="yes"?>
<Relationships xmlns="http://schemas.openxmlformats.org/package/2006/relationships"><Relationship Id="rId1" Type="http://schemas.microsoft.com/office/2006/relationships/activeXControlBinary" Target="activeX36.bin"/></Relationships>
</file>

<file path=ppt/activeX/_rels/activeX37.xml.rels><?xml version="1.0" encoding="UTF-8" standalone="yes"?>
<Relationships xmlns="http://schemas.openxmlformats.org/package/2006/relationships"><Relationship Id="rId1" Type="http://schemas.microsoft.com/office/2006/relationships/activeXControlBinary" Target="activeX37.bin"/></Relationships>
</file>

<file path=ppt/activeX/_rels/activeX38.xml.rels><?xml version="1.0" encoding="UTF-8" standalone="yes"?>
<Relationships xmlns="http://schemas.openxmlformats.org/package/2006/relationships"><Relationship Id="rId1" Type="http://schemas.microsoft.com/office/2006/relationships/activeXControlBinary" Target="activeX38.bin"/></Relationships>
</file>

<file path=ppt/activeX/_rels/activeX39.xml.rels><?xml version="1.0" encoding="UTF-8" standalone="yes"?>
<Relationships xmlns="http://schemas.openxmlformats.org/package/2006/relationships"><Relationship Id="rId1" Type="http://schemas.microsoft.com/office/2006/relationships/activeXControlBinary" Target="activeX39.bin"/></Relationships>
</file>

<file path=ppt/activeX/_rels/activeX40.xml.rels><?xml version="1.0" encoding="UTF-8" standalone="yes"?>
<Relationships xmlns="http://schemas.openxmlformats.org/package/2006/relationships"><Relationship Id="rId1" Type="http://schemas.microsoft.com/office/2006/relationships/activeXControlBinary" Target="activeX40.bin"/></Relationships>
</file>

<file path=ppt/activeX/_rels/activeX41.xml.rels><?xml version="1.0" encoding="UTF-8" standalone="yes"?>
<Relationships xmlns="http://schemas.openxmlformats.org/package/2006/relationships"><Relationship Id="rId1" Type="http://schemas.microsoft.com/office/2006/relationships/activeXControlBinary" Target="activeX41.bin"/></Relationships>
</file>

<file path=ppt/activeX/_rels/activeX42.xml.rels><?xml version="1.0" encoding="UTF-8" standalone="yes"?>
<Relationships xmlns="http://schemas.openxmlformats.org/package/2006/relationships"><Relationship Id="rId1" Type="http://schemas.microsoft.com/office/2006/relationships/activeXControlBinary" Target="activeX42.bin"/></Relationships>
</file>

<file path=ppt/activeX/_rels/activeX43.xml.rels><?xml version="1.0" encoding="UTF-8" standalone="yes"?>
<Relationships xmlns="http://schemas.openxmlformats.org/package/2006/relationships"><Relationship Id="rId1" Type="http://schemas.microsoft.com/office/2006/relationships/activeXControlBinary" Target="activeX43.bin"/></Relationships>
</file>

<file path=ppt/activeX/_rels/activeX44.xml.rels><?xml version="1.0" encoding="UTF-8" standalone="yes"?>
<Relationships xmlns="http://schemas.openxmlformats.org/package/2006/relationships"><Relationship Id="rId1" Type="http://schemas.microsoft.com/office/2006/relationships/activeXControlBinary" Target="activeX44.bin"/></Relationships>
</file>

<file path=ppt/activeX/_rels/activeX45.xml.rels><?xml version="1.0" encoding="UTF-8" standalone="yes"?>
<Relationships xmlns="http://schemas.openxmlformats.org/package/2006/relationships"><Relationship Id="rId1" Type="http://schemas.microsoft.com/office/2006/relationships/activeXControlBinary" Target="activeX45.bin"/></Relationships>
</file>

<file path=ppt/activeX/_rels/activeX46.xml.rels><?xml version="1.0" encoding="UTF-8" standalone="yes"?>
<Relationships xmlns="http://schemas.openxmlformats.org/package/2006/relationships"><Relationship Id="rId1" Type="http://schemas.microsoft.com/office/2006/relationships/activeXControlBinary" Target="activeX46.bin"/></Relationships>
</file>

<file path=ppt/activeX/_rels/activeX47.xml.rels><?xml version="1.0" encoding="UTF-8" standalone="yes"?>
<Relationships xmlns="http://schemas.openxmlformats.org/package/2006/relationships"><Relationship Id="rId1" Type="http://schemas.microsoft.com/office/2006/relationships/activeXControlBinary" Target="activeX47.bin"/></Relationships>
</file>

<file path=ppt/activeX/_rels/activeX48.xml.rels><?xml version="1.0" encoding="UTF-8" standalone="yes"?>
<Relationships xmlns="http://schemas.openxmlformats.org/package/2006/relationships"><Relationship Id="rId1" Type="http://schemas.microsoft.com/office/2006/relationships/activeXControlBinary" Target="activeX48.bin"/></Relationships>
</file>

<file path=ppt/activeX/_rels/activeX49.xml.rels><?xml version="1.0" encoding="UTF-8" standalone="yes"?>
<Relationships xmlns="http://schemas.openxmlformats.org/package/2006/relationships"><Relationship Id="rId1" Type="http://schemas.microsoft.com/office/2006/relationships/activeXControlBinary" Target="activeX49.bin"/></Relationships>
</file>

<file path=ppt/activeX/_rels/activeX50.xml.rels><?xml version="1.0" encoding="UTF-8" standalone="yes"?>
<Relationships xmlns="http://schemas.openxmlformats.org/package/2006/relationships"><Relationship Id="rId1" Type="http://schemas.microsoft.com/office/2006/relationships/activeXControlBinary" Target="activeX50.bin"/></Relationships>
</file>

<file path=ppt/activeX/_rels/activeX51.xml.rels><?xml version="1.0" encoding="UTF-8" standalone="yes"?>
<Relationships xmlns="http://schemas.openxmlformats.org/package/2006/relationships"><Relationship Id="rId1" Type="http://schemas.microsoft.com/office/2006/relationships/activeXControlBinary" Target="activeX51.bin"/></Relationships>
</file>

<file path=ppt/activeX/_rels/activeX52.xml.rels><?xml version="1.0" encoding="UTF-8" standalone="yes"?>
<Relationships xmlns="http://schemas.openxmlformats.org/package/2006/relationships"><Relationship Id="rId1" Type="http://schemas.microsoft.com/office/2006/relationships/activeXControlBinary" Target="activeX52.bin"/></Relationships>
</file>

<file path=ppt/activeX/_rels/activeX53.xml.rels><?xml version="1.0" encoding="UTF-8" standalone="yes"?>
<Relationships xmlns="http://schemas.openxmlformats.org/package/2006/relationships"><Relationship Id="rId1" Type="http://schemas.microsoft.com/office/2006/relationships/activeXControlBinary" Target="activeX53.bin"/></Relationships>
</file>

<file path=ppt/activeX/_rels/activeX54.xml.rels><?xml version="1.0" encoding="UTF-8" standalone="yes"?>
<Relationships xmlns="http://schemas.openxmlformats.org/package/2006/relationships"><Relationship Id="rId1" Type="http://schemas.microsoft.com/office/2006/relationships/activeXControlBinary" Target="activeX54.bin"/></Relationships>
</file>

<file path=ppt/activeX/_rels/activeX55.xml.rels><?xml version="1.0" encoding="UTF-8" standalone="yes"?>
<Relationships xmlns="http://schemas.openxmlformats.org/package/2006/relationships"><Relationship Id="rId1" Type="http://schemas.microsoft.com/office/2006/relationships/activeXControlBinary" Target="activeX55.bin"/></Relationships>
</file>

<file path=ppt/activeX/_rels/activeX56.xml.rels><?xml version="1.0" encoding="UTF-8" standalone="yes"?>
<Relationships xmlns="http://schemas.openxmlformats.org/package/2006/relationships"><Relationship Id="rId1" Type="http://schemas.microsoft.com/office/2006/relationships/activeXControlBinary" Target="activeX56.bin"/></Relationships>
</file>

<file path=ppt/activeX/_rels/activeX57.xml.rels><?xml version="1.0" encoding="UTF-8" standalone="yes"?>
<Relationships xmlns="http://schemas.openxmlformats.org/package/2006/relationships"><Relationship Id="rId1" Type="http://schemas.microsoft.com/office/2006/relationships/activeXControlBinary" Target="activeX57.bin"/></Relationships>
</file>

<file path=ppt/activeX/_rels/activeX58.xml.rels><?xml version="1.0" encoding="UTF-8" standalone="yes"?>
<Relationships xmlns="http://schemas.openxmlformats.org/package/2006/relationships"><Relationship Id="rId1" Type="http://schemas.microsoft.com/office/2006/relationships/activeXControlBinary" Target="activeX58.bin"/></Relationships>
</file>

<file path=ppt/activeX/_rels/activeX59.xml.rels><?xml version="1.0" encoding="UTF-8" standalone="yes"?>
<Relationships xmlns="http://schemas.openxmlformats.org/package/2006/relationships"><Relationship Id="rId1" Type="http://schemas.microsoft.com/office/2006/relationships/activeXControlBinary" Target="activeX59.bin"/></Relationships>
</file>

<file path=ppt/activeX/_rels/activeX60.xml.rels><?xml version="1.0" encoding="UTF-8" standalone="yes"?>
<Relationships xmlns="http://schemas.openxmlformats.org/package/2006/relationships"><Relationship Id="rId1" Type="http://schemas.microsoft.com/office/2006/relationships/activeXControlBinary" Target="activeX60.bin"/></Relationships>
</file>

<file path=ppt/activeX/_rels/activeX61.xml.rels><?xml version="1.0" encoding="UTF-8" standalone="yes"?>
<Relationships xmlns="http://schemas.openxmlformats.org/package/2006/relationships"><Relationship Id="rId1" Type="http://schemas.microsoft.com/office/2006/relationships/activeXControlBinary" Target="activeX61.bin"/></Relationships>
</file>

<file path=ppt/activeX/_rels/activeX62.xml.rels><?xml version="1.0" encoding="UTF-8" standalone="yes"?>
<Relationships xmlns="http://schemas.openxmlformats.org/package/2006/relationships"><Relationship Id="rId1" Type="http://schemas.microsoft.com/office/2006/relationships/activeXControlBinary" Target="activeX62.bin"/></Relationships>
</file>

<file path=ppt/activeX/_rels/activeX63.xml.rels><?xml version="1.0" encoding="UTF-8" standalone="yes"?>
<Relationships xmlns="http://schemas.openxmlformats.org/package/2006/relationships"><Relationship Id="rId1" Type="http://schemas.microsoft.com/office/2006/relationships/activeXControlBinary" Target="activeX63.bin"/></Relationships>
</file>

<file path=ppt/activeX/_rels/activeX64.xml.rels><?xml version="1.0" encoding="UTF-8" standalone="yes"?>
<Relationships xmlns="http://schemas.openxmlformats.org/package/2006/relationships"><Relationship Id="rId1" Type="http://schemas.microsoft.com/office/2006/relationships/activeXControlBinary" Target="activeX64.bin"/></Relationships>
</file>

<file path=ppt/activeX/_rels/activeX65.xml.rels><?xml version="1.0" encoding="UTF-8" standalone="yes"?>
<Relationships xmlns="http://schemas.openxmlformats.org/package/2006/relationships"><Relationship Id="rId1" Type="http://schemas.microsoft.com/office/2006/relationships/activeXControlBinary" Target="activeX65.bin"/></Relationships>
</file>

<file path=ppt/activeX/_rels/activeX66.xml.rels><?xml version="1.0" encoding="UTF-8" standalone="yes"?>
<Relationships xmlns="http://schemas.openxmlformats.org/package/2006/relationships"><Relationship Id="rId1" Type="http://schemas.microsoft.com/office/2006/relationships/activeXControlBinary" Target="activeX66.bin"/></Relationships>
</file>

<file path=ppt/activeX/_rels/activeX67.xml.rels><?xml version="1.0" encoding="UTF-8" standalone="yes"?>
<Relationships xmlns="http://schemas.openxmlformats.org/package/2006/relationships"><Relationship Id="rId1" Type="http://schemas.microsoft.com/office/2006/relationships/activeXControlBinary" Target="activeX67.bin"/></Relationships>
</file>

<file path=ppt/activeX/_rels/activeX68.xml.rels><?xml version="1.0" encoding="UTF-8" standalone="yes"?>
<Relationships xmlns="http://schemas.openxmlformats.org/package/2006/relationships"><Relationship Id="rId1" Type="http://schemas.microsoft.com/office/2006/relationships/activeXControlBinary" Target="activeX68.bin"/></Relationships>
</file>

<file path=ppt/activeX/_rels/activeX69.xml.rels><?xml version="1.0" encoding="UTF-8" standalone="yes"?>
<Relationships xmlns="http://schemas.openxmlformats.org/package/2006/relationships"><Relationship Id="rId1" Type="http://schemas.microsoft.com/office/2006/relationships/activeXControlBinary" Target="activeX69.bin"/></Relationships>
</file>

<file path=ppt/activeX/_rels/activeX70.xml.rels><?xml version="1.0" encoding="UTF-8" standalone="yes"?>
<Relationships xmlns="http://schemas.openxmlformats.org/package/2006/relationships"><Relationship Id="rId1" Type="http://schemas.microsoft.com/office/2006/relationships/activeXControlBinary" Target="activeX70.bin"/></Relationships>
</file>

<file path=ppt/activeX/_rels/activeX71.xml.rels><?xml version="1.0" encoding="UTF-8" standalone="yes"?>
<Relationships xmlns="http://schemas.openxmlformats.org/package/2006/relationships"><Relationship Id="rId1" Type="http://schemas.microsoft.com/office/2006/relationships/activeXControlBinary" Target="activeX71.bin"/></Relationships>
</file>

<file path=ppt/activeX/_rels/activeX72.xml.rels><?xml version="1.0" encoding="UTF-8" standalone="yes"?>
<Relationships xmlns="http://schemas.openxmlformats.org/package/2006/relationships"><Relationship Id="rId1" Type="http://schemas.microsoft.com/office/2006/relationships/activeXControlBinary" Target="activeX72.bin"/></Relationships>
</file>

<file path=ppt/activeX/_rels/activeX73.xml.rels><?xml version="1.0" encoding="UTF-8" standalone="yes"?>
<Relationships xmlns="http://schemas.openxmlformats.org/package/2006/relationships"><Relationship Id="rId1" Type="http://schemas.microsoft.com/office/2006/relationships/activeXControlBinary" Target="activeX73.bin"/></Relationships>
</file>

<file path=ppt/activeX/_rels/activeX74.xml.rels><?xml version="1.0" encoding="UTF-8" standalone="yes"?>
<Relationships xmlns="http://schemas.openxmlformats.org/package/2006/relationships"><Relationship Id="rId1" Type="http://schemas.microsoft.com/office/2006/relationships/activeXControlBinary" Target="activeX74.bin"/></Relationships>
</file>

<file path=ppt/activeX/_rels/activeX75.xml.rels><?xml version="1.0" encoding="UTF-8" standalone="yes"?>
<Relationships xmlns="http://schemas.openxmlformats.org/package/2006/relationships"><Relationship Id="rId1" Type="http://schemas.microsoft.com/office/2006/relationships/activeXControlBinary" Target="activeX75.bin"/></Relationships>
</file>

<file path=ppt/activeX/_rels/activeX76.xml.rels><?xml version="1.0" encoding="UTF-8" standalone="yes"?>
<Relationships xmlns="http://schemas.openxmlformats.org/package/2006/relationships"><Relationship Id="rId1" Type="http://schemas.microsoft.com/office/2006/relationships/activeXControlBinary" Target="activeX76.bin"/></Relationships>
</file>

<file path=ppt/activeX/_rels/activeX77.xml.rels><?xml version="1.0" encoding="UTF-8" standalone="yes"?>
<Relationships xmlns="http://schemas.openxmlformats.org/package/2006/relationships"><Relationship Id="rId1" Type="http://schemas.microsoft.com/office/2006/relationships/activeXControlBinary" Target="activeX77.bin"/></Relationships>
</file>

<file path=ppt/activeX/_rels/activeX78.xml.rels><?xml version="1.0" encoding="UTF-8" standalone="yes"?>
<Relationships xmlns="http://schemas.openxmlformats.org/package/2006/relationships"><Relationship Id="rId1" Type="http://schemas.microsoft.com/office/2006/relationships/activeXControlBinary" Target="activeX78.bin"/></Relationships>
</file>

<file path=ppt/activeX/_rels/activeX79.xml.rels><?xml version="1.0" encoding="UTF-8" standalone="yes"?>
<Relationships xmlns="http://schemas.openxmlformats.org/package/2006/relationships"><Relationship Id="rId1" Type="http://schemas.microsoft.com/office/2006/relationships/activeXControlBinary" Target="activeX79.bin"/></Relationships>
</file>

<file path=ppt/activeX/_rels/activeX80.xml.rels><?xml version="1.0" encoding="UTF-8" standalone="yes"?>
<Relationships xmlns="http://schemas.openxmlformats.org/package/2006/relationships"><Relationship Id="rId1" Type="http://schemas.microsoft.com/office/2006/relationships/activeXControlBinary" Target="activeX80.bin"/></Relationships>
</file>

<file path=ppt/activeX/_rels/activeX81.xml.rels><?xml version="1.0" encoding="UTF-8" standalone="yes"?>
<Relationships xmlns="http://schemas.openxmlformats.org/package/2006/relationships"><Relationship Id="rId1" Type="http://schemas.microsoft.com/office/2006/relationships/activeXControlBinary" Target="activeX81.bin"/></Relationships>
</file>

<file path=ppt/activeX/_rels/activeX82.xml.rels><?xml version="1.0" encoding="UTF-8" standalone="yes"?>
<Relationships xmlns="http://schemas.openxmlformats.org/package/2006/relationships"><Relationship Id="rId1" Type="http://schemas.microsoft.com/office/2006/relationships/activeXControlBinary" Target="activeX82.bin"/></Relationships>
</file>

<file path=ppt/activeX/_rels/activeX83.xml.rels><?xml version="1.0" encoding="UTF-8" standalone="yes"?>
<Relationships xmlns="http://schemas.openxmlformats.org/package/2006/relationships"><Relationship Id="rId1" Type="http://schemas.microsoft.com/office/2006/relationships/activeXControlBinary" Target="activeX83.bin"/></Relationships>
</file>

<file path=ppt/activeX/_rels/activeX84.xml.rels><?xml version="1.0" encoding="UTF-8" standalone="yes"?>
<Relationships xmlns="http://schemas.openxmlformats.org/package/2006/relationships"><Relationship Id="rId1" Type="http://schemas.microsoft.com/office/2006/relationships/activeXControlBinary" Target="activeX84.bin"/></Relationships>
</file>

<file path=ppt/activeX/_rels/activeX85.xml.rels><?xml version="1.0" encoding="UTF-8" standalone="yes"?>
<Relationships xmlns="http://schemas.openxmlformats.org/package/2006/relationships"><Relationship Id="rId1" Type="http://schemas.microsoft.com/office/2006/relationships/activeXControlBinary" Target="activeX85.bin"/></Relationships>
</file>

<file path=ppt/activeX/_rels/activeX86.xml.rels><?xml version="1.0" encoding="UTF-8" standalone="yes"?>
<Relationships xmlns="http://schemas.openxmlformats.org/package/2006/relationships"><Relationship Id="rId1" Type="http://schemas.microsoft.com/office/2006/relationships/activeXControlBinary" Target="activeX86.bin"/></Relationships>
</file>

<file path=ppt/activeX/_rels/activeX87.xml.rels><?xml version="1.0" encoding="UTF-8" standalone="yes"?>
<Relationships xmlns="http://schemas.openxmlformats.org/package/2006/relationships"><Relationship Id="rId1" Type="http://schemas.microsoft.com/office/2006/relationships/activeXControlBinary" Target="activeX87.bin"/></Relationships>
</file>

<file path=ppt/activeX/_rels/activeX88.xml.rels><?xml version="1.0" encoding="UTF-8" standalone="yes"?>
<Relationships xmlns="http://schemas.openxmlformats.org/package/2006/relationships"><Relationship Id="rId1" Type="http://schemas.microsoft.com/office/2006/relationships/activeXControlBinary" Target="activeX88.bin"/></Relationships>
</file>

<file path=ppt/activeX/_rels/activeX89.xml.rels><?xml version="1.0" encoding="UTF-8" standalone="yes"?>
<Relationships xmlns="http://schemas.openxmlformats.org/package/2006/relationships"><Relationship Id="rId1" Type="http://schemas.microsoft.com/office/2006/relationships/activeXControlBinary" Target="activeX89.bin"/></Relationships>
</file>

<file path=ppt/activeX/_rels/activeX90.xml.rels><?xml version="1.0" encoding="UTF-8" standalone="yes"?>
<Relationships xmlns="http://schemas.openxmlformats.org/package/2006/relationships"><Relationship Id="rId1" Type="http://schemas.microsoft.com/office/2006/relationships/activeXControlBinary" Target="activeX90.bin"/></Relationships>
</file>

<file path=ppt/activeX/activeX1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3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4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5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6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7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8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9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10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11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12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13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14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15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16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17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18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19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20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21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22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23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24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25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26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27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28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29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30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31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32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33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4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35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36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37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38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39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40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41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42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43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44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45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46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47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48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49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50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51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52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53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54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5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56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57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58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59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60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61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6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63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64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65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66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67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68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69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70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71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7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73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74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75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76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77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78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79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80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81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82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83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84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85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86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87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88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89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90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2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2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20.wmf"/><Relationship Id="rId1" Type="http://schemas.openxmlformats.org/officeDocument/2006/relationships/image" Target="../media/image2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23.wmf"/><Relationship Id="rId1" Type="http://schemas.openxmlformats.org/officeDocument/2006/relationships/image" Target="../media/image2.wmf"/><Relationship Id="rId4" Type="http://schemas.openxmlformats.org/officeDocument/2006/relationships/image" Target="../media/image71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2.wmf"/><Relationship Id="rId4" Type="http://schemas.openxmlformats.org/officeDocument/2006/relationships/image" Target="../media/image82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4" Type="http://schemas.openxmlformats.org/officeDocument/2006/relationships/image" Target="../media/image81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5" Type="http://schemas.openxmlformats.org/officeDocument/2006/relationships/image" Target="../media/image103.wmf"/><Relationship Id="rId4" Type="http://schemas.openxmlformats.org/officeDocument/2006/relationships/image" Target="../media/image102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image" Target="../media/image109.wmf"/><Relationship Id="rId1" Type="http://schemas.openxmlformats.org/officeDocument/2006/relationships/image" Target="../media/image2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כותרת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9" name="כותרת משנה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he-IL" smtClean="0"/>
              <a:t>לחץ כדי לערוך סגנון כותרת משנה של תבנית בסיס</a:t>
            </a:r>
            <a:endParaRPr kumimoji="0" lang="en-US"/>
          </a:p>
        </p:txBody>
      </p:sp>
      <p:sp>
        <p:nvSpPr>
          <p:cNvPr id="28" name="מציין מיקום של תאריך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9EED1A49-3232-42F2-A764-9E1D7C3A2403}" type="datetimeFigureOut">
              <a:rPr lang="he-IL" smtClean="0"/>
              <a:pPr/>
              <a:t>י'/שבט/תשפ"ג</a:t>
            </a:fld>
            <a:endParaRPr lang="he-IL"/>
          </a:p>
        </p:txBody>
      </p:sp>
      <p:sp>
        <p:nvSpPr>
          <p:cNvPr id="17" name="מציין מיקום של כותרת תחתונה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he-IL"/>
          </a:p>
        </p:txBody>
      </p:sp>
      <p:sp>
        <p:nvSpPr>
          <p:cNvPr id="10" name="מלבן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מלבן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מלבן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מלבן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מחבר ישר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מחבר ישר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מחבר ישר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מחבר ישר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מחבר ישר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מחבר ישר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מלבן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אליפסה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אליפסה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אליפסה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אליפסה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אליפסה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מציין מיקום של מספר שקופית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6A119E58-F26C-4412-B66E-5E59CF033235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8" name="מציין מיקום תוכן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he-IL" smtClean="0"/>
              <a:t>לחץ כדי לערוך סגנונות טקסט של תבנית בסיס</a:t>
            </a:r>
          </a:p>
          <a:p>
            <a:pPr lvl="1" eaLnBrk="1" latinLnBrk="0" hangingPunct="1"/>
            <a:r>
              <a:rPr lang="he-IL" smtClean="0"/>
              <a:t>רמה שנייה</a:t>
            </a:r>
          </a:p>
          <a:p>
            <a:pPr lvl="2" eaLnBrk="1" latinLnBrk="0" hangingPunct="1"/>
            <a:r>
              <a:rPr lang="he-IL" smtClean="0"/>
              <a:t>רמה שלישית</a:t>
            </a:r>
          </a:p>
          <a:p>
            <a:pPr lvl="3" eaLnBrk="1" latinLnBrk="0" hangingPunct="1"/>
            <a:r>
              <a:rPr lang="he-IL" smtClean="0"/>
              <a:t>רמה רביעית</a:t>
            </a:r>
          </a:p>
          <a:p>
            <a:pPr lvl="4" eaLnBrk="1" latinLnBrk="0" hangingPunct="1"/>
            <a:r>
              <a:rPr lang="he-IL" smtClean="0"/>
              <a:t>רמה חמישית</a:t>
            </a:r>
            <a:endParaRPr kumimoji="0" lang="en-US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9EED1A49-3232-42F2-A764-9E1D7C3A2403}" type="datetimeFigureOut">
              <a:rPr lang="he-IL" smtClean="0"/>
              <a:pPr/>
              <a:t>י'/שבט/תשפ"ג</a:t>
            </a:fld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A119E58-F26C-4412-B66E-5E59CF033235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0" name="מציין מיקום של כותרת תחתונה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he-I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9EED1A49-3232-42F2-A764-9E1D7C3A2403}" type="datetimeFigureOut">
              <a:rPr lang="he-IL" smtClean="0"/>
              <a:pPr/>
              <a:t>י'/שבט/תשפ"ג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he-IL"/>
          </a:p>
        </p:txBody>
      </p:sp>
      <p:sp>
        <p:nvSpPr>
          <p:cNvPr id="9" name="מלבן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מלבן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מלבן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מלבן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מחבר ישר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מחבר ישר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מחבר ישר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מחבר ישר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מחבר ישר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מלבן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אליפסה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אליפסה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אליפסה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אליפסה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אליפסה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מחבר ישר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6A119E58-F26C-4412-B66E-5E59CF033235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D1A49-3232-42F2-A764-9E1D7C3A2403}" type="datetimeFigureOut">
              <a:rPr lang="he-IL" smtClean="0"/>
              <a:pPr/>
              <a:t>י'/שבט/תשפ"ג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19E58-F26C-4412-B66E-5E59CF033235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9" name="מציין מיקום תוכן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he-IL" smtClean="0"/>
              <a:t>לחץ כדי לערוך סגנונות טקסט של תבנית בסיס</a:t>
            </a:r>
          </a:p>
          <a:p>
            <a:pPr lvl="1" eaLnBrk="1" latinLnBrk="0" hangingPunct="1"/>
            <a:r>
              <a:rPr lang="he-IL" smtClean="0"/>
              <a:t>רמה שנייה</a:t>
            </a:r>
          </a:p>
          <a:p>
            <a:pPr lvl="2" eaLnBrk="1" latinLnBrk="0" hangingPunct="1"/>
            <a:r>
              <a:rPr lang="he-IL" smtClean="0"/>
              <a:t>רמה שלישית</a:t>
            </a:r>
          </a:p>
          <a:p>
            <a:pPr lvl="3" eaLnBrk="1" latinLnBrk="0" hangingPunct="1"/>
            <a:r>
              <a:rPr lang="he-IL" smtClean="0"/>
              <a:t>רמה רביעית</a:t>
            </a:r>
          </a:p>
          <a:p>
            <a:pPr lvl="4" eaLnBrk="1" latinLnBrk="0" hangingPunct="1"/>
            <a:r>
              <a:rPr lang="he-IL" smtClean="0"/>
              <a:t>רמה חמישית</a:t>
            </a:r>
            <a:endParaRPr kumimoji="0" lang="en-US"/>
          </a:p>
        </p:txBody>
      </p:sp>
      <p:sp>
        <p:nvSpPr>
          <p:cNvPr id="11" name="מציין מיקום תוכן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he-IL" smtClean="0"/>
              <a:t>לחץ כדי לערוך סגנונות טקסט של תבנית בסיס</a:t>
            </a:r>
          </a:p>
          <a:p>
            <a:pPr lvl="1" eaLnBrk="1" latinLnBrk="0" hangingPunct="1"/>
            <a:r>
              <a:rPr lang="he-IL" smtClean="0"/>
              <a:t>רמה שנייה</a:t>
            </a:r>
          </a:p>
          <a:p>
            <a:pPr lvl="2" eaLnBrk="1" latinLnBrk="0" hangingPunct="1"/>
            <a:r>
              <a:rPr lang="he-IL" smtClean="0"/>
              <a:t>רמה שלישית</a:t>
            </a:r>
          </a:p>
          <a:p>
            <a:pPr lvl="3" eaLnBrk="1" latinLnBrk="0" hangingPunct="1"/>
            <a:r>
              <a:rPr lang="he-IL" smtClean="0"/>
              <a:t>רמה רביעית</a:t>
            </a:r>
          </a:p>
          <a:p>
            <a:pPr lvl="4" eaLnBrk="1" latinLnBrk="0" hangingPunct="1"/>
            <a:r>
              <a:rPr lang="he-IL" smtClean="0"/>
              <a:t>רמה חמישית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D1A49-3232-42F2-A764-9E1D7C3A2403}" type="datetimeFigureOut">
              <a:rPr lang="he-IL" smtClean="0"/>
              <a:pPr/>
              <a:t>י'/שבט/תשפ"ג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19E58-F26C-4412-B66E-5E59CF033235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מציין מיקום תוכן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he-IL" smtClean="0"/>
              <a:t>לחץ כדי לערוך סגנונות טקסט של תבנית בסיס</a:t>
            </a:r>
          </a:p>
          <a:p>
            <a:pPr lvl="1" eaLnBrk="1" latinLnBrk="0" hangingPunct="1"/>
            <a:r>
              <a:rPr lang="he-IL" smtClean="0"/>
              <a:t>רמה שנייה</a:t>
            </a:r>
          </a:p>
          <a:p>
            <a:pPr lvl="2" eaLnBrk="1" latinLnBrk="0" hangingPunct="1"/>
            <a:r>
              <a:rPr lang="he-IL" smtClean="0"/>
              <a:t>רמה שלישית</a:t>
            </a:r>
          </a:p>
          <a:p>
            <a:pPr lvl="3" eaLnBrk="1" latinLnBrk="0" hangingPunct="1"/>
            <a:r>
              <a:rPr lang="he-IL" smtClean="0"/>
              <a:t>רמה רביעית</a:t>
            </a:r>
          </a:p>
          <a:p>
            <a:pPr lvl="4" eaLnBrk="1" latinLnBrk="0" hangingPunct="1"/>
            <a:r>
              <a:rPr lang="he-IL" smtClean="0"/>
              <a:t>רמה חמישית</a:t>
            </a:r>
            <a:endParaRPr kumimoji="0" lang="en-US"/>
          </a:p>
        </p:txBody>
      </p:sp>
      <p:sp>
        <p:nvSpPr>
          <p:cNvPr id="13" name="מציין מיקום תוכן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he-IL" smtClean="0"/>
              <a:t>לחץ כדי לערוך סגנונות טקסט של תבנית בסיס</a:t>
            </a:r>
          </a:p>
          <a:p>
            <a:pPr lvl="1" eaLnBrk="1" latinLnBrk="0" hangingPunct="1"/>
            <a:r>
              <a:rPr lang="he-IL" smtClean="0"/>
              <a:t>רמה שנייה</a:t>
            </a:r>
          </a:p>
          <a:p>
            <a:pPr lvl="2" eaLnBrk="1" latinLnBrk="0" hangingPunct="1"/>
            <a:r>
              <a:rPr lang="he-IL" smtClean="0"/>
              <a:t>רמה שלישית</a:t>
            </a:r>
          </a:p>
          <a:p>
            <a:pPr lvl="3" eaLnBrk="1" latinLnBrk="0" hangingPunct="1"/>
            <a:r>
              <a:rPr lang="he-IL" smtClean="0"/>
              <a:t>רמה רביעית</a:t>
            </a:r>
          </a:p>
          <a:p>
            <a:pPr lvl="4" eaLnBrk="1" latinLnBrk="0" hangingPunct="1"/>
            <a:r>
              <a:rPr lang="he-IL" smtClean="0"/>
              <a:t>רמה חמישית</a:t>
            </a:r>
            <a:endParaRPr kumimoji="0" lang="en-US"/>
          </a:p>
        </p:txBody>
      </p:sp>
      <p:sp>
        <p:nvSpPr>
          <p:cNvPr id="12" name="מציין מיקום טקסט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he-IL" smtClean="0"/>
              <a:t>לחץ כדי לערוך סגנונות טקסט של תבנית בסיס</a:t>
            </a:r>
          </a:p>
        </p:txBody>
      </p:sp>
      <p:sp>
        <p:nvSpPr>
          <p:cNvPr id="14" name="מציין מיקום טקסט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he-IL" smtClean="0"/>
              <a:t>לחץ כדי לערוך סגנונות טקסט של תבנית בסיס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EED1A49-3232-42F2-A764-9E1D7C3A2403}" type="datetimeFigureOut">
              <a:rPr lang="he-IL" smtClean="0"/>
              <a:pPr/>
              <a:t>י'/שבט/תשפ"ג</a:t>
            </a:fld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A119E58-F26C-4412-B66E-5E59CF033235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D1A49-3232-42F2-A764-9E1D7C3A2403}" type="datetimeFigureOut">
              <a:rPr lang="he-IL" smtClean="0"/>
              <a:pPr/>
              <a:t>י'/שבט/תשפ"ג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19E58-F26C-4412-B66E-5E59CF033235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תוכן עם כיתוב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מחבר ישר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he-IL" smtClean="0"/>
              <a:t>לחץ כדי לערוך סגנונות טקסט של תבנית בסיס</a:t>
            </a:r>
          </a:p>
        </p:txBody>
      </p:sp>
      <p:sp>
        <p:nvSpPr>
          <p:cNvPr id="8" name="מחבר ישר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מחבר ישר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מחבר ישר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מלבן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מחבר ישר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אליפסה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מציין מיקום תוכן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he-IL" smtClean="0"/>
              <a:t>לחץ כדי לערוך סגנונות טקסט של תבנית בסיס</a:t>
            </a:r>
          </a:p>
          <a:p>
            <a:pPr lvl="1" eaLnBrk="1" latinLnBrk="0" hangingPunct="1"/>
            <a:r>
              <a:rPr lang="he-IL" smtClean="0"/>
              <a:t>רמה שנייה</a:t>
            </a:r>
          </a:p>
          <a:p>
            <a:pPr lvl="2" eaLnBrk="1" latinLnBrk="0" hangingPunct="1"/>
            <a:r>
              <a:rPr lang="he-IL" smtClean="0"/>
              <a:t>רמה שלישית</a:t>
            </a:r>
          </a:p>
          <a:p>
            <a:pPr lvl="3" eaLnBrk="1" latinLnBrk="0" hangingPunct="1"/>
            <a:r>
              <a:rPr lang="he-IL" smtClean="0"/>
              <a:t>רמה רביעית</a:t>
            </a:r>
          </a:p>
          <a:p>
            <a:pPr lvl="4" eaLnBrk="1" latinLnBrk="0" hangingPunct="1"/>
            <a:r>
              <a:rPr lang="he-IL" smtClean="0"/>
              <a:t>רמה חמישית</a:t>
            </a:r>
            <a:endParaRPr kumimoji="0" lang="en-US"/>
          </a:p>
        </p:txBody>
      </p:sp>
      <p:sp>
        <p:nvSpPr>
          <p:cNvPr id="21" name="מציין מיקום של תאריך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9EED1A49-3232-42F2-A764-9E1D7C3A2403}" type="datetimeFigureOut">
              <a:rPr lang="he-IL" smtClean="0"/>
              <a:pPr/>
              <a:t>י'/שבט/תשפ"ג</a:t>
            </a:fld>
            <a:endParaRPr lang="he-IL"/>
          </a:p>
        </p:txBody>
      </p:sp>
      <p:sp>
        <p:nvSpPr>
          <p:cNvPr id="22" name="מציין מיקום של מספר שקופית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A119E58-F26C-4412-B66E-5E59CF033235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23" name="מציין מיקום של כותרת תחתונה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he-I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חבר ישר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אליפסה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he-IL" smtClean="0"/>
              <a:t>לחץ על הסמל כדי להוסיף תמונה</a:t>
            </a:r>
            <a:endParaRPr kumimoji="0" lang="en-US" dirty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he-IL" smtClean="0"/>
              <a:t>לחץ כדי לערוך סגנונות טקסט של תבנית בסיס</a:t>
            </a:r>
          </a:p>
        </p:txBody>
      </p:sp>
      <p:sp>
        <p:nvSpPr>
          <p:cNvPr id="10" name="מחבר ישר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מלבן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מחבר ישר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מחבר ישר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מחבר ישר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מציין מיקום של תאריך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EED1A49-3232-42F2-A764-9E1D7C3A2403}" type="datetimeFigureOut">
              <a:rPr lang="he-IL" smtClean="0"/>
              <a:pPr/>
              <a:t>י'/שבט/תשפ"ג</a:t>
            </a:fld>
            <a:endParaRPr lang="he-IL"/>
          </a:p>
        </p:txBody>
      </p:sp>
      <p:sp>
        <p:nvSpPr>
          <p:cNvPr id="18" name="מציין מיקום של מספר שקופית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A119E58-F26C-4412-B66E-5E59CF033235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21" name="מציין מיקום של כותרת תחתונה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he-I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he-IL" smtClean="0"/>
              <a:t>לחץ כדי לערוך סגנונות טקסט של תבנית בסיס</a:t>
            </a:r>
          </a:p>
          <a:p>
            <a:pPr lvl="1" eaLnBrk="1" latinLnBrk="0" hangingPunct="1"/>
            <a:r>
              <a:rPr lang="he-IL" smtClean="0"/>
              <a:t>רמה שנייה</a:t>
            </a:r>
          </a:p>
          <a:p>
            <a:pPr lvl="2" eaLnBrk="1" latinLnBrk="0" hangingPunct="1"/>
            <a:r>
              <a:rPr lang="he-IL" smtClean="0"/>
              <a:t>רמה שלישית</a:t>
            </a:r>
          </a:p>
          <a:p>
            <a:pPr lvl="3" eaLnBrk="1" latinLnBrk="0" hangingPunct="1"/>
            <a:r>
              <a:rPr lang="he-IL" smtClean="0"/>
              <a:t>רמה רביעית</a:t>
            </a:r>
          </a:p>
          <a:p>
            <a:pPr lvl="4" eaLnBrk="1" latinLnBrk="0" hangingPunct="1"/>
            <a:r>
              <a:rPr lang="he-IL" smtClean="0"/>
              <a:t>רמה חמישית</a:t>
            </a:r>
            <a:endParaRPr kumimoji="0"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D1A49-3232-42F2-A764-9E1D7C3A2403}" type="datetimeFigureOut">
              <a:rPr lang="he-IL" smtClean="0"/>
              <a:pPr/>
              <a:t>י'/שבט/תשפ"ג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19E58-F26C-4412-B66E-5E59CF033235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he-IL" smtClean="0"/>
              <a:t>לחץ כדי לערוך סגנונות טקסט של תבנית בסיס</a:t>
            </a:r>
          </a:p>
          <a:p>
            <a:pPr lvl="1" eaLnBrk="1" latinLnBrk="0" hangingPunct="1"/>
            <a:r>
              <a:rPr lang="he-IL" smtClean="0"/>
              <a:t>רמה שנייה</a:t>
            </a:r>
          </a:p>
          <a:p>
            <a:pPr lvl="2" eaLnBrk="1" latinLnBrk="0" hangingPunct="1"/>
            <a:r>
              <a:rPr lang="he-IL" smtClean="0"/>
              <a:t>רמה שלישית</a:t>
            </a:r>
          </a:p>
          <a:p>
            <a:pPr lvl="3" eaLnBrk="1" latinLnBrk="0" hangingPunct="1"/>
            <a:r>
              <a:rPr lang="he-IL" smtClean="0"/>
              <a:t>רמה רביעית</a:t>
            </a:r>
          </a:p>
          <a:p>
            <a:pPr lvl="4" eaLnBrk="1" latinLnBrk="0" hangingPunct="1"/>
            <a:r>
              <a:rPr lang="he-IL" smtClean="0"/>
              <a:t>רמה חמישית</a:t>
            </a:r>
            <a:endParaRPr kumimoji="0"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D1A49-3232-42F2-A764-9E1D7C3A2403}" type="datetimeFigureOut">
              <a:rPr lang="he-IL" smtClean="0"/>
              <a:pPr/>
              <a:t>י'/שבט/תשפ"ג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19E58-F26C-4412-B66E-5E59CF033235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מחבר ישר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מציין מיקום של כותרת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13" name="מציין מיקום טקסט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he-IL" smtClean="0"/>
              <a:t>לחץ כדי לערוך סגנונות טקסט של תבנית בסיס</a:t>
            </a:r>
          </a:p>
          <a:p>
            <a:pPr lvl="1" eaLnBrk="1" latinLnBrk="0" hangingPunct="1"/>
            <a:r>
              <a:rPr kumimoji="0" lang="he-IL" smtClean="0"/>
              <a:t>רמה שנייה</a:t>
            </a:r>
          </a:p>
          <a:p>
            <a:pPr lvl="2" eaLnBrk="1" latinLnBrk="0" hangingPunct="1"/>
            <a:r>
              <a:rPr kumimoji="0" lang="he-IL" smtClean="0"/>
              <a:t>רמה שלישית</a:t>
            </a:r>
          </a:p>
          <a:p>
            <a:pPr lvl="3" eaLnBrk="1" latinLnBrk="0" hangingPunct="1"/>
            <a:r>
              <a:rPr kumimoji="0" lang="he-IL" smtClean="0"/>
              <a:t>רמה רביעית</a:t>
            </a:r>
          </a:p>
          <a:p>
            <a:pPr lvl="4" eaLnBrk="1" latinLnBrk="0" hangingPunct="1"/>
            <a:r>
              <a:rPr kumimoji="0" lang="he-IL" smtClean="0"/>
              <a:t>רמה חמישית</a:t>
            </a:r>
            <a:endParaRPr kumimoji="0" lang="en-US"/>
          </a:p>
        </p:txBody>
      </p:sp>
      <p:sp>
        <p:nvSpPr>
          <p:cNvPr id="14" name="מציין מיקום של תאריך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9EED1A49-3232-42F2-A764-9E1D7C3A2403}" type="datetimeFigureOut">
              <a:rPr lang="he-IL" smtClean="0"/>
              <a:pPr/>
              <a:t>י'/שבט/תשפ"ג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he-IL"/>
          </a:p>
        </p:txBody>
      </p:sp>
      <p:sp>
        <p:nvSpPr>
          <p:cNvPr id="7" name="מחבר ישר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מחבר ישר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מלבן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מחבר ישר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אליפסה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מציין מיקום של מספר שקופית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6A119E58-F26C-4412-B66E-5E59CF033235}" type="slidenum">
              <a:rPr lang="he-IL" smtClean="0"/>
              <a:pPr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1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r" rtl="1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r" rtl="1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r" rtl="1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r" rtl="1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r" rtl="1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r" rtl="1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r" rtl="1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r" rtl="1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r" rtl="1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ontrol" Target="../activeX/activeX7.xml"/><Relationship Id="rId13" Type="http://schemas.openxmlformats.org/officeDocument/2006/relationships/image" Target="../media/image4.png"/><Relationship Id="rId18" Type="http://schemas.openxmlformats.org/officeDocument/2006/relationships/image" Target="../media/image9.png"/><Relationship Id="rId3" Type="http://schemas.openxmlformats.org/officeDocument/2006/relationships/control" Target="../activeX/activeX2.xml"/><Relationship Id="rId21" Type="http://schemas.openxmlformats.org/officeDocument/2006/relationships/image" Target="../media/image12.png"/><Relationship Id="rId7" Type="http://schemas.openxmlformats.org/officeDocument/2006/relationships/control" Target="../activeX/activeX6.xml"/><Relationship Id="rId12" Type="http://schemas.openxmlformats.org/officeDocument/2006/relationships/slideLayout" Target="../slideLayouts/slideLayout6.xml"/><Relationship Id="rId17" Type="http://schemas.openxmlformats.org/officeDocument/2006/relationships/image" Target="../media/image8.png"/><Relationship Id="rId2" Type="http://schemas.openxmlformats.org/officeDocument/2006/relationships/control" Target="../activeX/activeX1.xml"/><Relationship Id="rId16" Type="http://schemas.openxmlformats.org/officeDocument/2006/relationships/image" Target="../media/image7.png"/><Relationship Id="rId20" Type="http://schemas.openxmlformats.org/officeDocument/2006/relationships/image" Target="../media/image11.png"/><Relationship Id="rId1" Type="http://schemas.openxmlformats.org/officeDocument/2006/relationships/vmlDrawing" Target="../drawings/vmlDrawing1.vml"/><Relationship Id="rId6" Type="http://schemas.openxmlformats.org/officeDocument/2006/relationships/control" Target="../activeX/activeX5.xml"/><Relationship Id="rId11" Type="http://schemas.openxmlformats.org/officeDocument/2006/relationships/control" Target="../activeX/activeX10.xml"/><Relationship Id="rId24" Type="http://schemas.openxmlformats.org/officeDocument/2006/relationships/image" Target="../media/image3.wmf"/><Relationship Id="rId5" Type="http://schemas.openxmlformats.org/officeDocument/2006/relationships/control" Target="../activeX/activeX4.xml"/><Relationship Id="rId15" Type="http://schemas.openxmlformats.org/officeDocument/2006/relationships/image" Target="../media/image6.png"/><Relationship Id="rId23" Type="http://schemas.openxmlformats.org/officeDocument/2006/relationships/image" Target="../media/image2.wmf"/><Relationship Id="rId10" Type="http://schemas.openxmlformats.org/officeDocument/2006/relationships/control" Target="../activeX/activeX9.xml"/><Relationship Id="rId19" Type="http://schemas.openxmlformats.org/officeDocument/2006/relationships/image" Target="../media/image10.png"/><Relationship Id="rId4" Type="http://schemas.openxmlformats.org/officeDocument/2006/relationships/control" Target="../activeX/activeX3.xml"/><Relationship Id="rId9" Type="http://schemas.openxmlformats.org/officeDocument/2006/relationships/control" Target="../activeX/activeX8.xml"/><Relationship Id="rId14" Type="http://schemas.openxmlformats.org/officeDocument/2006/relationships/image" Target="../media/image5.png"/><Relationship Id="rId22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control" Target="../activeX/activeX12.xml"/><Relationship Id="rId7" Type="http://schemas.openxmlformats.org/officeDocument/2006/relationships/slideLayout" Target="../slideLayouts/slideLayout6.xml"/><Relationship Id="rId12" Type="http://schemas.openxmlformats.org/officeDocument/2006/relationships/image" Target="../media/image18.png"/><Relationship Id="rId2" Type="http://schemas.openxmlformats.org/officeDocument/2006/relationships/control" Target="../activeX/activeX11.xml"/><Relationship Id="rId1" Type="http://schemas.openxmlformats.org/officeDocument/2006/relationships/vmlDrawing" Target="../drawings/vmlDrawing2.vml"/><Relationship Id="rId6" Type="http://schemas.openxmlformats.org/officeDocument/2006/relationships/control" Target="../activeX/activeX15.xml"/><Relationship Id="rId11" Type="http://schemas.openxmlformats.org/officeDocument/2006/relationships/image" Target="../media/image17.png"/><Relationship Id="rId5" Type="http://schemas.openxmlformats.org/officeDocument/2006/relationships/control" Target="../activeX/activeX14.xml"/><Relationship Id="rId15" Type="http://schemas.openxmlformats.org/officeDocument/2006/relationships/image" Target="../media/image3.wmf"/><Relationship Id="rId10" Type="http://schemas.openxmlformats.org/officeDocument/2006/relationships/image" Target="../media/image16.png"/><Relationship Id="rId4" Type="http://schemas.openxmlformats.org/officeDocument/2006/relationships/control" Target="../activeX/activeX13.xml"/><Relationship Id="rId9" Type="http://schemas.openxmlformats.org/officeDocument/2006/relationships/image" Target="../media/image15.png"/><Relationship Id="rId1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.wmf"/><Relationship Id="rId3" Type="http://schemas.openxmlformats.org/officeDocument/2006/relationships/control" Target="../activeX/activeX17.xml"/><Relationship Id="rId7" Type="http://schemas.openxmlformats.org/officeDocument/2006/relationships/slideLayout" Target="../slideLayouts/slideLayout6.xml"/><Relationship Id="rId12" Type="http://schemas.openxmlformats.org/officeDocument/2006/relationships/image" Target="../media/image28.png"/><Relationship Id="rId17" Type="http://schemas.openxmlformats.org/officeDocument/2006/relationships/image" Target="../media/image23.wmf"/><Relationship Id="rId2" Type="http://schemas.openxmlformats.org/officeDocument/2006/relationships/control" Target="../activeX/activeX16.xml"/><Relationship Id="rId16" Type="http://schemas.openxmlformats.org/officeDocument/2006/relationships/image" Target="../media/image22.wmf"/><Relationship Id="rId1" Type="http://schemas.openxmlformats.org/officeDocument/2006/relationships/vmlDrawing" Target="../drawings/vmlDrawing3.vml"/><Relationship Id="rId6" Type="http://schemas.openxmlformats.org/officeDocument/2006/relationships/control" Target="../activeX/activeX20.xml"/><Relationship Id="rId11" Type="http://schemas.openxmlformats.org/officeDocument/2006/relationships/image" Target="../media/image27.png"/><Relationship Id="rId5" Type="http://schemas.openxmlformats.org/officeDocument/2006/relationships/control" Target="../activeX/activeX19.xml"/><Relationship Id="rId15" Type="http://schemas.openxmlformats.org/officeDocument/2006/relationships/image" Target="../media/image21.wmf"/><Relationship Id="rId10" Type="http://schemas.openxmlformats.org/officeDocument/2006/relationships/image" Target="../media/image26.png"/><Relationship Id="rId4" Type="http://schemas.openxmlformats.org/officeDocument/2006/relationships/control" Target="../activeX/activeX18.xml"/><Relationship Id="rId9" Type="http://schemas.openxmlformats.org/officeDocument/2006/relationships/image" Target="../media/image25.png"/><Relationship Id="rId14" Type="http://schemas.openxmlformats.org/officeDocument/2006/relationships/image" Target="../media/image20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13" Type="http://schemas.openxmlformats.org/officeDocument/2006/relationships/image" Target="../media/image33.png"/><Relationship Id="rId18" Type="http://schemas.openxmlformats.org/officeDocument/2006/relationships/image" Target="../media/image22.wmf"/><Relationship Id="rId3" Type="http://schemas.openxmlformats.org/officeDocument/2006/relationships/control" Target="../activeX/activeX22.xml"/><Relationship Id="rId7" Type="http://schemas.openxmlformats.org/officeDocument/2006/relationships/control" Target="../activeX/activeX26.xml"/><Relationship Id="rId12" Type="http://schemas.openxmlformats.org/officeDocument/2006/relationships/image" Target="../media/image32.png"/><Relationship Id="rId17" Type="http://schemas.openxmlformats.org/officeDocument/2006/relationships/image" Target="../media/image21.wmf"/><Relationship Id="rId2" Type="http://schemas.openxmlformats.org/officeDocument/2006/relationships/control" Target="../activeX/activeX21.xml"/><Relationship Id="rId16" Type="http://schemas.openxmlformats.org/officeDocument/2006/relationships/image" Target="../media/image20.wmf"/><Relationship Id="rId1" Type="http://schemas.openxmlformats.org/officeDocument/2006/relationships/vmlDrawing" Target="../drawings/vmlDrawing4.vml"/><Relationship Id="rId6" Type="http://schemas.openxmlformats.org/officeDocument/2006/relationships/control" Target="../activeX/activeX25.xml"/><Relationship Id="rId11" Type="http://schemas.openxmlformats.org/officeDocument/2006/relationships/image" Target="../media/image31.png"/><Relationship Id="rId5" Type="http://schemas.openxmlformats.org/officeDocument/2006/relationships/control" Target="../activeX/activeX24.xml"/><Relationship Id="rId15" Type="http://schemas.openxmlformats.org/officeDocument/2006/relationships/image" Target="../media/image2.wmf"/><Relationship Id="rId10" Type="http://schemas.openxmlformats.org/officeDocument/2006/relationships/image" Target="../media/image30.png"/><Relationship Id="rId19" Type="http://schemas.openxmlformats.org/officeDocument/2006/relationships/image" Target="../media/image23.wmf"/><Relationship Id="rId4" Type="http://schemas.openxmlformats.org/officeDocument/2006/relationships/control" Target="../activeX/activeX23.xml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35.wmf"/><Relationship Id="rId3" Type="http://schemas.openxmlformats.org/officeDocument/2006/relationships/control" Target="../activeX/activeX28.xml"/><Relationship Id="rId7" Type="http://schemas.openxmlformats.org/officeDocument/2006/relationships/slideLayout" Target="../slideLayouts/slideLayout6.xml"/><Relationship Id="rId12" Type="http://schemas.openxmlformats.org/officeDocument/2006/relationships/image" Target="../media/image40.png"/><Relationship Id="rId17" Type="http://schemas.openxmlformats.org/officeDocument/2006/relationships/image" Target="../media/image20.wmf"/><Relationship Id="rId2" Type="http://schemas.openxmlformats.org/officeDocument/2006/relationships/control" Target="../activeX/activeX27.xml"/><Relationship Id="rId16" Type="http://schemas.openxmlformats.org/officeDocument/2006/relationships/image" Target="../media/image2.wmf"/><Relationship Id="rId20" Type="http://schemas.openxmlformats.org/officeDocument/2006/relationships/image" Target="../media/image23.wmf"/><Relationship Id="rId1" Type="http://schemas.openxmlformats.org/officeDocument/2006/relationships/vmlDrawing" Target="../drawings/vmlDrawing5.vml"/><Relationship Id="rId6" Type="http://schemas.openxmlformats.org/officeDocument/2006/relationships/control" Target="../activeX/activeX31.xml"/><Relationship Id="rId11" Type="http://schemas.openxmlformats.org/officeDocument/2006/relationships/image" Target="../media/image39.png"/><Relationship Id="rId5" Type="http://schemas.openxmlformats.org/officeDocument/2006/relationships/control" Target="../activeX/activeX30.xml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19" Type="http://schemas.openxmlformats.org/officeDocument/2006/relationships/image" Target="../media/image22.wmf"/><Relationship Id="rId4" Type="http://schemas.openxmlformats.org/officeDocument/2006/relationships/control" Target="../activeX/activeX29.xml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control" Target="../activeX/activeX33.xml"/><Relationship Id="rId7" Type="http://schemas.openxmlformats.org/officeDocument/2006/relationships/image" Target="../media/image48.png"/><Relationship Id="rId2" Type="http://schemas.openxmlformats.org/officeDocument/2006/relationships/control" Target="../activeX/activeX3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45.wmf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44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control" Target="../activeX/activeX35.xml"/><Relationship Id="rId7" Type="http://schemas.openxmlformats.org/officeDocument/2006/relationships/slideLayout" Target="../slideLayouts/slideLayout6.xml"/><Relationship Id="rId12" Type="http://schemas.openxmlformats.org/officeDocument/2006/relationships/image" Target="../media/image54.png"/><Relationship Id="rId2" Type="http://schemas.openxmlformats.org/officeDocument/2006/relationships/control" Target="../activeX/activeX34.xml"/><Relationship Id="rId16" Type="http://schemas.openxmlformats.org/officeDocument/2006/relationships/image" Target="../media/image23.wmf"/><Relationship Id="rId1" Type="http://schemas.openxmlformats.org/officeDocument/2006/relationships/vmlDrawing" Target="../drawings/vmlDrawing7.vml"/><Relationship Id="rId6" Type="http://schemas.openxmlformats.org/officeDocument/2006/relationships/control" Target="../activeX/activeX38.xml"/><Relationship Id="rId11" Type="http://schemas.openxmlformats.org/officeDocument/2006/relationships/image" Target="../media/image53.png"/><Relationship Id="rId5" Type="http://schemas.openxmlformats.org/officeDocument/2006/relationships/control" Target="../activeX/activeX37.xml"/><Relationship Id="rId15" Type="http://schemas.openxmlformats.org/officeDocument/2006/relationships/image" Target="../media/image2.wmf"/><Relationship Id="rId10" Type="http://schemas.openxmlformats.org/officeDocument/2006/relationships/image" Target="../media/image52.png"/><Relationship Id="rId4" Type="http://schemas.openxmlformats.org/officeDocument/2006/relationships/control" Target="../activeX/activeX36.xml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jpeg"/><Relationship Id="rId3" Type="http://schemas.openxmlformats.org/officeDocument/2006/relationships/control" Target="../activeX/activeX40.xml"/><Relationship Id="rId7" Type="http://schemas.openxmlformats.org/officeDocument/2006/relationships/slideLayout" Target="../slideLayouts/slideLayout6.xml"/><Relationship Id="rId12" Type="http://schemas.openxmlformats.org/officeDocument/2006/relationships/image" Target="../media/image61.png"/><Relationship Id="rId2" Type="http://schemas.openxmlformats.org/officeDocument/2006/relationships/control" Target="../activeX/activeX39.xml"/><Relationship Id="rId1" Type="http://schemas.openxmlformats.org/officeDocument/2006/relationships/vmlDrawing" Target="../drawings/vmlDrawing8.vml"/><Relationship Id="rId6" Type="http://schemas.openxmlformats.org/officeDocument/2006/relationships/control" Target="../activeX/activeX43.xml"/><Relationship Id="rId11" Type="http://schemas.openxmlformats.org/officeDocument/2006/relationships/image" Target="../media/image60.png"/><Relationship Id="rId5" Type="http://schemas.openxmlformats.org/officeDocument/2006/relationships/control" Target="../activeX/activeX42.xml"/><Relationship Id="rId15" Type="http://schemas.openxmlformats.org/officeDocument/2006/relationships/image" Target="../media/image23.wmf"/><Relationship Id="rId10" Type="http://schemas.openxmlformats.org/officeDocument/2006/relationships/image" Target="../media/image59.png"/><Relationship Id="rId4" Type="http://schemas.openxmlformats.org/officeDocument/2006/relationships/control" Target="../activeX/activeX41.xml"/><Relationship Id="rId9" Type="http://schemas.openxmlformats.org/officeDocument/2006/relationships/image" Target="../media/image58.png"/><Relationship Id="rId14" Type="http://schemas.openxmlformats.org/officeDocument/2006/relationships/image" Target="../media/image2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2.wmf"/><Relationship Id="rId3" Type="http://schemas.openxmlformats.org/officeDocument/2006/relationships/control" Target="../activeX/activeX45.xml"/><Relationship Id="rId7" Type="http://schemas.openxmlformats.org/officeDocument/2006/relationships/slideLayout" Target="../slideLayouts/slideLayout6.xml"/><Relationship Id="rId12" Type="http://schemas.openxmlformats.org/officeDocument/2006/relationships/image" Target="../media/image69.png"/><Relationship Id="rId2" Type="http://schemas.openxmlformats.org/officeDocument/2006/relationships/control" Target="../activeX/activeX44.xml"/><Relationship Id="rId1" Type="http://schemas.openxmlformats.org/officeDocument/2006/relationships/vmlDrawing" Target="../drawings/vmlDrawing9.vml"/><Relationship Id="rId6" Type="http://schemas.openxmlformats.org/officeDocument/2006/relationships/control" Target="../activeX/activeX48.xml"/><Relationship Id="rId11" Type="http://schemas.openxmlformats.org/officeDocument/2006/relationships/image" Target="../media/image68.png"/><Relationship Id="rId5" Type="http://schemas.openxmlformats.org/officeDocument/2006/relationships/control" Target="../activeX/activeX47.xml"/><Relationship Id="rId10" Type="http://schemas.openxmlformats.org/officeDocument/2006/relationships/image" Target="../media/image67.png"/><Relationship Id="rId4" Type="http://schemas.openxmlformats.org/officeDocument/2006/relationships/control" Target="../activeX/activeX46.xml"/><Relationship Id="rId9" Type="http://schemas.openxmlformats.org/officeDocument/2006/relationships/image" Target="../media/image66.png"/><Relationship Id="rId14" Type="http://schemas.openxmlformats.org/officeDocument/2006/relationships/image" Target="../media/image2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ontrol" Target="../activeX/activeX55.xml"/><Relationship Id="rId13" Type="http://schemas.openxmlformats.org/officeDocument/2006/relationships/image" Target="../media/image75.png"/><Relationship Id="rId18" Type="http://schemas.openxmlformats.org/officeDocument/2006/relationships/image" Target="../media/image2.wmf"/><Relationship Id="rId3" Type="http://schemas.openxmlformats.org/officeDocument/2006/relationships/control" Target="../activeX/activeX50.xml"/><Relationship Id="rId21" Type="http://schemas.openxmlformats.org/officeDocument/2006/relationships/image" Target="../media/image71.wmf"/><Relationship Id="rId7" Type="http://schemas.openxmlformats.org/officeDocument/2006/relationships/control" Target="../activeX/activeX54.xml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" Type="http://schemas.openxmlformats.org/officeDocument/2006/relationships/control" Target="../activeX/activeX49.xml"/><Relationship Id="rId16" Type="http://schemas.openxmlformats.org/officeDocument/2006/relationships/image" Target="../media/image78.png"/><Relationship Id="rId20" Type="http://schemas.openxmlformats.org/officeDocument/2006/relationships/image" Target="../media/image70.wmf"/><Relationship Id="rId1" Type="http://schemas.openxmlformats.org/officeDocument/2006/relationships/vmlDrawing" Target="../drawings/vmlDrawing10.vml"/><Relationship Id="rId6" Type="http://schemas.openxmlformats.org/officeDocument/2006/relationships/control" Target="../activeX/activeX53.xml"/><Relationship Id="rId11" Type="http://schemas.openxmlformats.org/officeDocument/2006/relationships/image" Target="../media/image73.png"/><Relationship Id="rId5" Type="http://schemas.openxmlformats.org/officeDocument/2006/relationships/control" Target="../activeX/activeX52.xml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19" Type="http://schemas.openxmlformats.org/officeDocument/2006/relationships/image" Target="../media/image23.wmf"/><Relationship Id="rId4" Type="http://schemas.openxmlformats.org/officeDocument/2006/relationships/control" Target="../activeX/activeX51.xml"/><Relationship Id="rId9" Type="http://schemas.openxmlformats.org/officeDocument/2006/relationships/slideLayout" Target="../slideLayouts/slideLayout6.xml"/><Relationship Id="rId14" Type="http://schemas.openxmlformats.org/officeDocument/2006/relationships/image" Target="../media/image7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ontrol" Target="../activeX/activeX62.xml"/><Relationship Id="rId13" Type="http://schemas.openxmlformats.org/officeDocument/2006/relationships/image" Target="../media/image86.png"/><Relationship Id="rId18" Type="http://schemas.openxmlformats.org/officeDocument/2006/relationships/image" Target="../media/image81.wmf"/><Relationship Id="rId3" Type="http://schemas.openxmlformats.org/officeDocument/2006/relationships/control" Target="../activeX/activeX57.xml"/><Relationship Id="rId7" Type="http://schemas.openxmlformats.org/officeDocument/2006/relationships/control" Target="../activeX/activeX61.xml"/><Relationship Id="rId12" Type="http://schemas.openxmlformats.org/officeDocument/2006/relationships/image" Target="../media/image85.png"/><Relationship Id="rId17" Type="http://schemas.openxmlformats.org/officeDocument/2006/relationships/image" Target="../media/image80.wmf"/><Relationship Id="rId2" Type="http://schemas.openxmlformats.org/officeDocument/2006/relationships/control" Target="../activeX/activeX56.xml"/><Relationship Id="rId16" Type="http://schemas.openxmlformats.org/officeDocument/2006/relationships/image" Target="../media/image2.wmf"/><Relationship Id="rId1" Type="http://schemas.openxmlformats.org/officeDocument/2006/relationships/vmlDrawing" Target="../drawings/vmlDrawing11.vml"/><Relationship Id="rId6" Type="http://schemas.openxmlformats.org/officeDocument/2006/relationships/control" Target="../activeX/activeX60.xml"/><Relationship Id="rId11" Type="http://schemas.openxmlformats.org/officeDocument/2006/relationships/image" Target="../media/image84.png"/><Relationship Id="rId5" Type="http://schemas.openxmlformats.org/officeDocument/2006/relationships/control" Target="../activeX/activeX59.xml"/><Relationship Id="rId15" Type="http://schemas.openxmlformats.org/officeDocument/2006/relationships/image" Target="../media/image88.png"/><Relationship Id="rId10" Type="http://schemas.openxmlformats.org/officeDocument/2006/relationships/image" Target="../media/image83.png"/><Relationship Id="rId19" Type="http://schemas.openxmlformats.org/officeDocument/2006/relationships/image" Target="../media/image82.wmf"/><Relationship Id="rId4" Type="http://schemas.openxmlformats.org/officeDocument/2006/relationships/control" Target="../activeX/activeX58.xml"/><Relationship Id="rId9" Type="http://schemas.openxmlformats.org/officeDocument/2006/relationships/slideLayout" Target="../slideLayouts/slideLayout6.xml"/><Relationship Id="rId14" Type="http://schemas.openxmlformats.org/officeDocument/2006/relationships/image" Target="../media/image8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control" Target="../activeX/activeX64.xml"/><Relationship Id="rId7" Type="http://schemas.openxmlformats.org/officeDocument/2006/relationships/image" Target="../media/image89.wmf"/><Relationship Id="rId2" Type="http://schemas.openxmlformats.org/officeDocument/2006/relationships/control" Target="../activeX/activeX63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81.wmf"/><Relationship Id="rId5" Type="http://schemas.openxmlformats.org/officeDocument/2006/relationships/image" Target="../media/image92.png"/><Relationship Id="rId10" Type="http://schemas.openxmlformats.org/officeDocument/2006/relationships/image" Target="../media/image91.wmf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90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3" Type="http://schemas.openxmlformats.org/officeDocument/2006/relationships/control" Target="../activeX/activeX66.xml"/><Relationship Id="rId7" Type="http://schemas.openxmlformats.org/officeDocument/2006/relationships/slideLayout" Target="../slideLayouts/slideLayout6.xml"/><Relationship Id="rId12" Type="http://schemas.openxmlformats.org/officeDocument/2006/relationships/image" Target="../media/image97.png"/><Relationship Id="rId2" Type="http://schemas.openxmlformats.org/officeDocument/2006/relationships/control" Target="../activeX/activeX65.xml"/><Relationship Id="rId1" Type="http://schemas.openxmlformats.org/officeDocument/2006/relationships/vmlDrawing" Target="../drawings/vmlDrawing13.vml"/><Relationship Id="rId6" Type="http://schemas.openxmlformats.org/officeDocument/2006/relationships/control" Target="../activeX/activeX69.xml"/><Relationship Id="rId11" Type="http://schemas.openxmlformats.org/officeDocument/2006/relationships/image" Target="../media/image96.png"/><Relationship Id="rId5" Type="http://schemas.openxmlformats.org/officeDocument/2006/relationships/control" Target="../activeX/activeX68.xml"/><Relationship Id="rId15" Type="http://schemas.openxmlformats.org/officeDocument/2006/relationships/image" Target="../media/image23.wmf"/><Relationship Id="rId10" Type="http://schemas.openxmlformats.org/officeDocument/2006/relationships/image" Target="../media/image95.png"/><Relationship Id="rId4" Type="http://schemas.openxmlformats.org/officeDocument/2006/relationships/control" Target="../activeX/activeX67.xml"/><Relationship Id="rId9" Type="http://schemas.openxmlformats.org/officeDocument/2006/relationships/image" Target="../media/image94.png"/><Relationship Id="rId14" Type="http://schemas.openxmlformats.org/officeDocument/2006/relationships/image" Target="../media/image2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ontrol" Target="../activeX/activeX76.xml"/><Relationship Id="rId13" Type="http://schemas.openxmlformats.org/officeDocument/2006/relationships/slideLayout" Target="../slideLayouts/slideLayout6.xml"/><Relationship Id="rId18" Type="http://schemas.openxmlformats.org/officeDocument/2006/relationships/image" Target="../media/image108.png"/><Relationship Id="rId3" Type="http://schemas.openxmlformats.org/officeDocument/2006/relationships/control" Target="../activeX/activeX71.xml"/><Relationship Id="rId21" Type="http://schemas.openxmlformats.org/officeDocument/2006/relationships/image" Target="../media/image101.wmf"/><Relationship Id="rId7" Type="http://schemas.openxmlformats.org/officeDocument/2006/relationships/control" Target="../activeX/activeX75.xml"/><Relationship Id="rId12" Type="http://schemas.openxmlformats.org/officeDocument/2006/relationships/control" Target="../activeX/activeX80.xml"/><Relationship Id="rId17" Type="http://schemas.openxmlformats.org/officeDocument/2006/relationships/image" Target="../media/image107.png"/><Relationship Id="rId2" Type="http://schemas.openxmlformats.org/officeDocument/2006/relationships/control" Target="../activeX/activeX70.xml"/><Relationship Id="rId16" Type="http://schemas.openxmlformats.org/officeDocument/2006/relationships/image" Target="../media/image106.png"/><Relationship Id="rId20" Type="http://schemas.openxmlformats.org/officeDocument/2006/relationships/image" Target="../media/image100.wmf"/><Relationship Id="rId1" Type="http://schemas.openxmlformats.org/officeDocument/2006/relationships/vmlDrawing" Target="../drawings/vmlDrawing14.vml"/><Relationship Id="rId6" Type="http://schemas.openxmlformats.org/officeDocument/2006/relationships/control" Target="../activeX/activeX74.xml"/><Relationship Id="rId11" Type="http://schemas.openxmlformats.org/officeDocument/2006/relationships/control" Target="../activeX/activeX79.xml"/><Relationship Id="rId5" Type="http://schemas.openxmlformats.org/officeDocument/2006/relationships/control" Target="../activeX/activeX73.xml"/><Relationship Id="rId15" Type="http://schemas.openxmlformats.org/officeDocument/2006/relationships/image" Target="../media/image105.png"/><Relationship Id="rId23" Type="http://schemas.openxmlformats.org/officeDocument/2006/relationships/image" Target="../media/image103.wmf"/><Relationship Id="rId10" Type="http://schemas.openxmlformats.org/officeDocument/2006/relationships/control" Target="../activeX/activeX78.xml"/><Relationship Id="rId19" Type="http://schemas.openxmlformats.org/officeDocument/2006/relationships/image" Target="../media/image99.wmf"/><Relationship Id="rId4" Type="http://schemas.openxmlformats.org/officeDocument/2006/relationships/control" Target="../activeX/activeX72.xml"/><Relationship Id="rId9" Type="http://schemas.openxmlformats.org/officeDocument/2006/relationships/control" Target="../activeX/activeX77.xml"/><Relationship Id="rId14" Type="http://schemas.openxmlformats.org/officeDocument/2006/relationships/image" Target="../media/image104.png"/><Relationship Id="rId22" Type="http://schemas.openxmlformats.org/officeDocument/2006/relationships/image" Target="../media/image102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2.wmf"/><Relationship Id="rId3" Type="http://schemas.openxmlformats.org/officeDocument/2006/relationships/control" Target="../activeX/activeX82.xml"/><Relationship Id="rId7" Type="http://schemas.openxmlformats.org/officeDocument/2006/relationships/slideLayout" Target="../slideLayouts/slideLayout6.xml"/><Relationship Id="rId12" Type="http://schemas.openxmlformats.org/officeDocument/2006/relationships/image" Target="../media/image114.png"/><Relationship Id="rId2" Type="http://schemas.openxmlformats.org/officeDocument/2006/relationships/control" Target="../activeX/activeX81.xml"/><Relationship Id="rId1" Type="http://schemas.openxmlformats.org/officeDocument/2006/relationships/vmlDrawing" Target="../drawings/vmlDrawing15.vml"/><Relationship Id="rId6" Type="http://schemas.openxmlformats.org/officeDocument/2006/relationships/control" Target="../activeX/activeX85.xml"/><Relationship Id="rId11" Type="http://schemas.openxmlformats.org/officeDocument/2006/relationships/image" Target="../media/image113.png"/><Relationship Id="rId5" Type="http://schemas.openxmlformats.org/officeDocument/2006/relationships/control" Target="../activeX/activeX84.xml"/><Relationship Id="rId15" Type="http://schemas.openxmlformats.org/officeDocument/2006/relationships/image" Target="../media/image100.wmf"/><Relationship Id="rId10" Type="http://schemas.openxmlformats.org/officeDocument/2006/relationships/image" Target="../media/image112.png"/><Relationship Id="rId4" Type="http://schemas.openxmlformats.org/officeDocument/2006/relationships/control" Target="../activeX/activeX83.xml"/><Relationship Id="rId9" Type="http://schemas.openxmlformats.org/officeDocument/2006/relationships/image" Target="../media/image111.png"/><Relationship Id="rId14" Type="http://schemas.openxmlformats.org/officeDocument/2006/relationships/image" Target="../media/image109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3" Type="http://schemas.openxmlformats.org/officeDocument/2006/relationships/control" Target="../activeX/activeX87.xml"/><Relationship Id="rId7" Type="http://schemas.openxmlformats.org/officeDocument/2006/relationships/slideLayout" Target="../slideLayouts/slideLayout6.xml"/><Relationship Id="rId12" Type="http://schemas.openxmlformats.org/officeDocument/2006/relationships/image" Target="../media/image119.png"/><Relationship Id="rId2" Type="http://schemas.openxmlformats.org/officeDocument/2006/relationships/control" Target="../activeX/activeX86.xml"/><Relationship Id="rId16" Type="http://schemas.openxmlformats.org/officeDocument/2006/relationships/image" Target="../media/image23.wmf"/><Relationship Id="rId1" Type="http://schemas.openxmlformats.org/officeDocument/2006/relationships/vmlDrawing" Target="../drawings/vmlDrawing16.vml"/><Relationship Id="rId6" Type="http://schemas.openxmlformats.org/officeDocument/2006/relationships/control" Target="../activeX/activeX90.xml"/><Relationship Id="rId11" Type="http://schemas.openxmlformats.org/officeDocument/2006/relationships/image" Target="../media/image118.png"/><Relationship Id="rId5" Type="http://schemas.openxmlformats.org/officeDocument/2006/relationships/control" Target="../activeX/activeX89.xml"/><Relationship Id="rId15" Type="http://schemas.openxmlformats.org/officeDocument/2006/relationships/image" Target="../media/image2.wmf"/><Relationship Id="rId10" Type="http://schemas.openxmlformats.org/officeDocument/2006/relationships/image" Target="../media/image117.png"/><Relationship Id="rId4" Type="http://schemas.openxmlformats.org/officeDocument/2006/relationships/control" Target="../activeX/activeX88.xml"/><Relationship Id="rId9" Type="http://schemas.openxmlformats.org/officeDocument/2006/relationships/image" Target="../media/image116.png"/><Relationship Id="rId14" Type="http://schemas.openxmlformats.org/officeDocument/2006/relationships/image" Target="../media/image12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 smtClean="0">
                <a:cs typeface="+mn-cs"/>
              </a:rPr>
              <a:t>דף חודשי מס' 4</a:t>
            </a:r>
            <a:br>
              <a:rPr lang="he-IL" dirty="0" smtClean="0">
                <a:cs typeface="+mn-cs"/>
              </a:rPr>
            </a:br>
            <a:r>
              <a:rPr lang="he-IL" dirty="0" smtClean="0">
                <a:cs typeface="+mn-cs"/>
              </a:rPr>
              <a:t>פתרונות</a:t>
            </a:r>
            <a:endParaRPr lang="he-IL" dirty="0">
              <a:cs typeface="+mn-cs"/>
            </a:endParaRP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 smtClean="0"/>
              <a:t>מתמטיקה – כיתה ז'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56856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sz="quarter" idx="1"/>
          </p:nvPr>
        </p:nvSpPr>
        <p:spPr>
          <a:xfrm>
            <a:off x="1143000" y="731520"/>
            <a:ext cx="6400800" cy="543378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he-IL" dirty="0" smtClean="0">
                <a:latin typeface="Arial" pitchFamily="34" charset="0"/>
                <a:cs typeface="Arial" pitchFamily="34" charset="0"/>
              </a:rPr>
              <a:t>לפניכם דף חודשי לחודש טבת תשע"ד לכיתה ז'.</a:t>
            </a:r>
          </a:p>
          <a:p>
            <a:r>
              <a:rPr lang="he-IL" dirty="0" smtClean="0">
                <a:latin typeface="Arial" pitchFamily="34" charset="0"/>
                <a:cs typeface="Arial" pitchFamily="34" charset="0"/>
              </a:rPr>
              <a:t>שאלות רב-ברירה במשבצות – מקליקים על המשבצת המתאימה. אם התשובה נכונה המשבצת תיצבע בירוק ויתר המשבצות לא יצבעו. אם התשובה אינה נכונה המשבצת תיצבע </a:t>
            </a:r>
            <a:r>
              <a:rPr lang="he-IL" dirty="0">
                <a:latin typeface="Arial" pitchFamily="34" charset="0"/>
                <a:cs typeface="Arial" pitchFamily="34" charset="0"/>
              </a:rPr>
              <a:t>באדום </a:t>
            </a:r>
            <a:r>
              <a:rPr lang="he-IL" dirty="0" smtClean="0">
                <a:latin typeface="Arial" pitchFamily="34" charset="0"/>
                <a:cs typeface="Arial" pitchFamily="34" charset="0"/>
              </a:rPr>
              <a:t>והמשבצת שבה התשובה הנכונה תיצבע ירוק.</a:t>
            </a:r>
            <a:endParaRPr lang="he-IL" dirty="0">
              <a:latin typeface="Arial" pitchFamily="34" charset="0"/>
              <a:cs typeface="Arial" pitchFamily="34" charset="0"/>
            </a:endParaRPr>
          </a:p>
          <a:p>
            <a:r>
              <a:rPr lang="he-IL" dirty="0" smtClean="0">
                <a:latin typeface="Arial" pitchFamily="34" charset="0"/>
                <a:cs typeface="Arial" pitchFamily="34" charset="0"/>
              </a:rPr>
              <a:t>שאלות רב-ברירה בסימון – מסמנים את העיגול המתאים </a:t>
            </a:r>
          </a:p>
          <a:p>
            <a:r>
              <a:rPr lang="he-IL" dirty="0" smtClean="0">
                <a:latin typeface="Arial" pitchFamily="34" charset="0"/>
                <a:cs typeface="Arial" pitchFamily="34" charset="0"/>
              </a:rPr>
              <a:t>שאלות השלמה – מקלידים את התשובה</a:t>
            </a:r>
          </a:p>
          <a:p>
            <a:r>
              <a:rPr lang="he-IL" dirty="0" smtClean="0">
                <a:latin typeface="Arial" pitchFamily="34" charset="0"/>
                <a:cs typeface="Arial" pitchFamily="34" charset="0"/>
              </a:rPr>
              <a:t>לקבלת משוב – יש להקליק על הכפתור: "שלחו תשובה"</a:t>
            </a:r>
          </a:p>
          <a:p>
            <a:r>
              <a:rPr lang="he-IL" dirty="0" smtClean="0">
                <a:latin typeface="Arial" pitchFamily="34" charset="0"/>
                <a:cs typeface="Arial" pitchFamily="34" charset="0"/>
              </a:rPr>
              <a:t>לקבלת רמז או פתרון, יש להקליק על המילים: "רמז" "הצגת פתרון".</a:t>
            </a:r>
            <a:endParaRPr lang="he-IL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391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u="sng" dirty="0" smtClean="0">
                <a:cs typeface="+mn-cs"/>
              </a:rPr>
              <a:t>שאלה 1</a:t>
            </a:r>
            <a:endParaRPr lang="he-IL" u="sng" dirty="0">
              <a:cs typeface="+mn-cs"/>
            </a:endParaRPr>
          </a:p>
        </p:txBody>
      </p:sp>
      <p:pic>
        <p:nvPicPr>
          <p:cNvPr id="17409" name="Picture 1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624709" y="1268760"/>
            <a:ext cx="28003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803882" y="1944688"/>
            <a:ext cx="10001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5118185" y="1916113"/>
            <a:ext cx="83820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262285" y="1964889"/>
            <a:ext cx="101917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1475656" y="1908034"/>
            <a:ext cx="96202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20" name="Picture 12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5329238" y="3820821"/>
            <a:ext cx="3009900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21" name="Picture 13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6804248" y="4581128"/>
            <a:ext cx="106680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22" name="Picture 14"/>
          <p:cNvPicPr>
            <a:picLocks noChangeAspect="1" noChangeArrowheads="1"/>
          </p:cNvPicPr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5076056" y="4581128"/>
            <a:ext cx="981075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23" name="Picture 15"/>
          <p:cNvPicPr>
            <a:picLocks noChangeAspect="1" noChangeArrowheads="1"/>
          </p:cNvPicPr>
          <p:nvPr/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2876167" y="4581128"/>
            <a:ext cx="144780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24" name="Picture 16"/>
          <p:cNvPicPr>
            <a:picLocks noChangeAspect="1" noChangeArrowheads="1"/>
          </p:cNvPicPr>
          <p:nvPr/>
        </p:nvPicPr>
        <p:blipFill>
          <a:blip r:embed="rId22" cstate="print"/>
          <a:srcRect/>
          <a:stretch>
            <a:fillRect/>
          </a:stretch>
        </p:blipFill>
        <p:spPr bwMode="auto">
          <a:xfrm>
            <a:off x="961717" y="4586593"/>
            <a:ext cx="14478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3" name="קבוצה 12"/>
          <p:cNvGrpSpPr/>
          <p:nvPr/>
        </p:nvGrpSpPr>
        <p:grpSpPr>
          <a:xfrm>
            <a:off x="3707904" y="2873896"/>
            <a:ext cx="4926509" cy="934727"/>
            <a:chOff x="3707904" y="2873896"/>
            <a:chExt cx="4926509" cy="934727"/>
          </a:xfrm>
        </p:grpSpPr>
        <p:cxnSp>
          <p:nvCxnSpPr>
            <p:cNvPr id="4" name="מחבר חץ ישר 3"/>
            <p:cNvCxnSpPr/>
            <p:nvPr/>
          </p:nvCxnSpPr>
          <p:spPr>
            <a:xfrm>
              <a:off x="3707904" y="3284537"/>
              <a:ext cx="492650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מחבר ישר 5"/>
            <p:cNvCxnSpPr/>
            <p:nvPr/>
          </p:nvCxnSpPr>
          <p:spPr>
            <a:xfrm>
              <a:off x="4067944" y="3212976"/>
              <a:ext cx="0" cy="2160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מחבר ישר 16"/>
            <p:cNvCxnSpPr/>
            <p:nvPr/>
          </p:nvCxnSpPr>
          <p:spPr>
            <a:xfrm>
              <a:off x="4572000" y="3213402"/>
              <a:ext cx="0" cy="2160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מחבר ישר 17"/>
            <p:cNvCxnSpPr/>
            <p:nvPr/>
          </p:nvCxnSpPr>
          <p:spPr>
            <a:xfrm>
              <a:off x="5061438" y="3213402"/>
              <a:ext cx="0" cy="2160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מחבר ישר 18"/>
            <p:cNvCxnSpPr/>
            <p:nvPr/>
          </p:nvCxnSpPr>
          <p:spPr>
            <a:xfrm>
              <a:off x="5554906" y="3202512"/>
              <a:ext cx="0" cy="2160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מחבר ישר 19"/>
            <p:cNvCxnSpPr/>
            <p:nvPr/>
          </p:nvCxnSpPr>
          <p:spPr>
            <a:xfrm>
              <a:off x="5986264" y="3201680"/>
              <a:ext cx="0" cy="2160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3911490" y="3431679"/>
              <a:ext cx="312907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he-IL" dirty="0" smtClean="0"/>
                <a:t>0</a:t>
              </a:r>
              <a:endParaRPr lang="he-IL" dirty="0"/>
            </a:p>
          </p:txBody>
        </p:sp>
        <p:cxnSp>
          <p:nvCxnSpPr>
            <p:cNvPr id="25" name="מחבר ישר 24"/>
            <p:cNvCxnSpPr/>
            <p:nvPr/>
          </p:nvCxnSpPr>
          <p:spPr>
            <a:xfrm>
              <a:off x="6423819" y="3213402"/>
              <a:ext cx="0" cy="2160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מחבר ישר 25"/>
            <p:cNvCxnSpPr/>
            <p:nvPr/>
          </p:nvCxnSpPr>
          <p:spPr>
            <a:xfrm>
              <a:off x="6869038" y="3213402"/>
              <a:ext cx="0" cy="2160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מחבר ישר 26"/>
            <p:cNvCxnSpPr/>
            <p:nvPr/>
          </p:nvCxnSpPr>
          <p:spPr>
            <a:xfrm>
              <a:off x="7286725" y="3202512"/>
              <a:ext cx="0" cy="2160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מחבר ישר 27"/>
            <p:cNvCxnSpPr/>
            <p:nvPr/>
          </p:nvCxnSpPr>
          <p:spPr>
            <a:xfrm>
              <a:off x="7769204" y="3197988"/>
              <a:ext cx="0" cy="2160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מחבר ישר 29"/>
            <p:cNvCxnSpPr/>
            <p:nvPr/>
          </p:nvCxnSpPr>
          <p:spPr>
            <a:xfrm>
              <a:off x="8227281" y="3197988"/>
              <a:ext cx="0" cy="2160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6267365" y="3439291"/>
              <a:ext cx="312907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he-IL" dirty="0" smtClean="0"/>
                <a:t>1</a:t>
              </a:r>
              <a:endParaRPr lang="he-IL" dirty="0"/>
            </a:p>
          </p:txBody>
        </p:sp>
        <p:cxnSp>
          <p:nvCxnSpPr>
            <p:cNvPr id="12" name="מחבר חץ ישר 11"/>
            <p:cNvCxnSpPr/>
            <p:nvPr/>
          </p:nvCxnSpPr>
          <p:spPr>
            <a:xfrm>
              <a:off x="5566593" y="2873896"/>
              <a:ext cx="571" cy="324092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/>
          <p:cNvSpPr txBox="1"/>
          <p:nvPr/>
        </p:nvSpPr>
        <p:spPr>
          <a:xfrm>
            <a:off x="7799313" y="2708920"/>
            <a:ext cx="609462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chemeClr val="accent1"/>
                </a:solidFill>
              </a:rPr>
              <a:t>רמז</a:t>
            </a:r>
            <a:r>
              <a:rPr lang="he-IL" dirty="0" smtClean="0"/>
              <a:t>:</a:t>
            </a:r>
            <a:endParaRPr lang="he-IL" dirty="0"/>
          </a:p>
        </p:txBody>
      </p:sp>
      <p:sp>
        <p:nvSpPr>
          <p:cNvPr id="36" name="TextBox 35"/>
          <p:cNvSpPr txBox="1"/>
          <p:nvPr/>
        </p:nvSpPr>
        <p:spPr>
          <a:xfrm>
            <a:off x="7481028" y="5619234"/>
            <a:ext cx="609462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chemeClr val="accent1"/>
                </a:solidFill>
              </a:rPr>
              <a:t>רמז</a:t>
            </a:r>
            <a:r>
              <a:rPr lang="he-IL" dirty="0" smtClean="0"/>
              <a:t>:</a:t>
            </a:r>
            <a:endParaRPr lang="he-IL" dirty="0"/>
          </a:p>
        </p:txBody>
      </p:sp>
      <p:sp>
        <p:nvSpPr>
          <p:cNvPr id="15" name="TextBox 14"/>
          <p:cNvSpPr txBox="1"/>
          <p:nvPr/>
        </p:nvSpPr>
        <p:spPr>
          <a:xfrm>
            <a:off x="3692098" y="6091238"/>
            <a:ext cx="364555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rgbClr val="7030A0"/>
                </a:solidFill>
              </a:rPr>
              <a:t>מה מייצגת הספרה 5 במספר 0.125?</a:t>
            </a:r>
            <a:endParaRPr lang="he-IL" b="1" dirty="0">
              <a:solidFill>
                <a:srgbClr val="7030A0"/>
              </a:solidFill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7471" name="OptionButton1" r:id="rId2" imgW="678240" imgH="289440"/>
        </mc:Choice>
        <mc:Fallback>
          <p:control name="OptionButton1" r:id="rId2" imgW="678240" imgH="289440">
            <p:pic>
              <p:nvPicPr>
                <p:cNvPr id="3" name="OptionButt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3"/>
                <a:srcRect/>
                <a:stretch>
                  <a:fillRect/>
                </a:stretch>
              </p:blipFill>
              <p:spPr bwMode="auto">
                <a:xfrm>
                  <a:off x="7956550" y="1989138"/>
                  <a:ext cx="677863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7472" name="OptionButton2" r:id="rId3" imgW="678240" imgH="289440"/>
        </mc:Choice>
        <mc:Fallback>
          <p:control name="OptionButton2" r:id="rId3" imgW="678240" imgH="289440">
            <p:pic>
              <p:nvPicPr>
                <p:cNvPr id="5" name="OptionButton2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3"/>
                <a:srcRect/>
                <a:stretch>
                  <a:fillRect/>
                </a:stretch>
              </p:blipFill>
              <p:spPr bwMode="auto">
                <a:xfrm>
                  <a:off x="6084888" y="2060575"/>
                  <a:ext cx="677862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7473" name="OptionButton3" r:id="rId4" imgW="678240" imgH="289440"/>
        </mc:Choice>
        <mc:Fallback>
          <p:control name="OptionButton3" r:id="rId4" imgW="678240" imgH="289440">
            <p:pic>
              <p:nvPicPr>
                <p:cNvPr id="7" name="OptionButton3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3"/>
                <a:srcRect/>
                <a:stretch>
                  <a:fillRect/>
                </a:stretch>
              </p:blipFill>
              <p:spPr bwMode="auto">
                <a:xfrm>
                  <a:off x="4356100" y="2060575"/>
                  <a:ext cx="677863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7474" name="OptionButton4" r:id="rId5" imgW="678240" imgH="289440"/>
        </mc:Choice>
        <mc:Fallback>
          <p:control name="OptionButton4" r:id="rId5" imgW="678240" imgH="289440">
            <p:pic>
              <p:nvPicPr>
                <p:cNvPr id="9" name="OptionButt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3"/>
                <a:srcRect/>
                <a:stretch>
                  <a:fillRect/>
                </a:stretch>
              </p:blipFill>
              <p:spPr bwMode="auto">
                <a:xfrm>
                  <a:off x="2627313" y="2060575"/>
                  <a:ext cx="677862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7475" name="CommandButton1" r:id="rId6" imgW="1112400" imgH="571680"/>
        </mc:Choice>
        <mc:Fallback>
          <p:control name="CommandButton1" r:id="rId6" imgW="1112400" imgH="571680">
            <p:pic>
              <p:nvPicPr>
                <p:cNvPr id="10" name="CommandButt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4"/>
                <a:srcRect/>
                <a:stretch>
                  <a:fillRect/>
                </a:stretch>
              </p:blipFill>
              <p:spPr bwMode="auto">
                <a:xfrm>
                  <a:off x="1979613" y="2997200"/>
                  <a:ext cx="1116012" cy="5746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7476" name="OptionButton5" r:id="rId7" imgW="678240" imgH="289440"/>
        </mc:Choice>
        <mc:Fallback>
          <p:control name="OptionButton5" r:id="rId7" imgW="678240" imgH="289440">
            <p:pic>
              <p:nvPicPr>
                <p:cNvPr id="11" name="OptionButton5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3"/>
                <a:srcRect/>
                <a:stretch>
                  <a:fillRect/>
                </a:stretch>
              </p:blipFill>
              <p:spPr bwMode="auto">
                <a:xfrm>
                  <a:off x="7885113" y="4868863"/>
                  <a:ext cx="677862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7477" name="OptionButton6" r:id="rId8" imgW="678240" imgH="289440"/>
        </mc:Choice>
        <mc:Fallback>
          <p:control name="OptionButton6" r:id="rId8" imgW="678240" imgH="289440">
            <p:pic>
              <p:nvPicPr>
                <p:cNvPr id="16" name="OptionButton6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3"/>
                <a:srcRect/>
                <a:stretch>
                  <a:fillRect/>
                </a:stretch>
              </p:blipFill>
              <p:spPr bwMode="auto">
                <a:xfrm>
                  <a:off x="6156325" y="4797425"/>
                  <a:ext cx="677863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7478" name="OptionButton7" r:id="rId9" imgW="678240" imgH="289440"/>
        </mc:Choice>
        <mc:Fallback>
          <p:control name="OptionButton7" r:id="rId9" imgW="678240" imgH="289440">
            <p:pic>
              <p:nvPicPr>
                <p:cNvPr id="21" name="OptionButton7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3"/>
                <a:srcRect/>
                <a:stretch>
                  <a:fillRect/>
                </a:stretch>
              </p:blipFill>
              <p:spPr bwMode="auto">
                <a:xfrm>
                  <a:off x="4356100" y="4797425"/>
                  <a:ext cx="677863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7479" name="CommandButton2" r:id="rId10" imgW="1112400" imgH="571680"/>
        </mc:Choice>
        <mc:Fallback>
          <p:control name="CommandButton2" r:id="rId10" imgW="1112400" imgH="571680">
            <p:pic>
              <p:nvPicPr>
                <p:cNvPr id="22" name="CommandButton2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4"/>
                <a:srcRect/>
                <a:stretch>
                  <a:fillRect/>
                </a:stretch>
              </p:blipFill>
              <p:spPr bwMode="auto">
                <a:xfrm>
                  <a:off x="1979613" y="5516563"/>
                  <a:ext cx="1116012" cy="5746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7480" name="OptionButton8" r:id="rId11" imgW="678240" imgH="289440"/>
        </mc:Choice>
        <mc:Fallback>
          <p:control name="OptionButton8" r:id="rId11" imgW="678240" imgH="289440">
            <p:pic>
              <p:nvPicPr>
                <p:cNvPr id="23" name="OptionButton8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3"/>
                <a:srcRect/>
                <a:stretch>
                  <a:fillRect/>
                </a:stretch>
              </p:blipFill>
              <p:spPr bwMode="auto">
                <a:xfrm>
                  <a:off x="2411413" y="4797425"/>
                  <a:ext cx="677862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u="sng" dirty="0" smtClean="0">
                <a:cs typeface="+mn-cs"/>
              </a:rPr>
              <a:t>שאלה 2</a:t>
            </a:r>
            <a:endParaRPr lang="he-IL" u="sng" dirty="0">
              <a:cs typeface="+mn-cs"/>
            </a:endParaRPr>
          </a:p>
        </p:txBody>
      </p:sp>
      <p:pic>
        <p:nvPicPr>
          <p:cNvPr id="36876" name="Picture 1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267744" y="1628800"/>
            <a:ext cx="5895975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77" name="Picture 13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436096" y="2564904"/>
            <a:ext cx="2105025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78" name="Picture 1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796136" y="3284984"/>
            <a:ext cx="1590675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79" name="Picture 15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627784" y="2564904"/>
            <a:ext cx="149542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80" name="Picture 16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114239" y="3284984"/>
            <a:ext cx="203835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81" name="Picture 17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267744" y="5229200"/>
            <a:ext cx="57340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תרשים זרימה: מסמך 18"/>
          <p:cNvSpPr/>
          <p:nvPr/>
        </p:nvSpPr>
        <p:spPr>
          <a:xfrm>
            <a:off x="971600" y="5229572"/>
            <a:ext cx="1223962" cy="64770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יש לענות במחברת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8251" y="4435475"/>
            <a:ext cx="785793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chemeClr val="accent1"/>
                </a:solidFill>
              </a:rPr>
              <a:t>פתרון</a:t>
            </a:r>
            <a:r>
              <a:rPr lang="he-IL" dirty="0" smtClean="0"/>
              <a:t>:</a:t>
            </a:r>
            <a:endParaRPr lang="he-IL" dirty="0"/>
          </a:p>
        </p:txBody>
      </p:sp>
      <p:sp>
        <p:nvSpPr>
          <p:cNvPr id="3" name="TextBox 2"/>
          <p:cNvSpPr txBox="1"/>
          <p:nvPr/>
        </p:nvSpPr>
        <p:spPr>
          <a:xfrm>
            <a:off x="3032872" y="4725144"/>
            <a:ext cx="374333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3 </a:t>
            </a:r>
            <a:r>
              <a:rPr lang="en-US" b="1" dirty="0" smtClean="0">
                <a:solidFill>
                  <a:srgbClr val="7030A0"/>
                </a:solidFill>
                <a:sym typeface="Symbol"/>
              </a:rPr>
              <a:t> 4 – 3 + 4  (</a:t>
            </a:r>
            <a:r>
              <a:rPr lang="en-US" b="1" dirty="0">
                <a:solidFill>
                  <a:srgbClr val="7030A0"/>
                </a:solidFill>
              </a:rPr>
              <a:t>– </a:t>
            </a:r>
            <a:r>
              <a:rPr lang="en-US" b="1" dirty="0" smtClean="0">
                <a:solidFill>
                  <a:srgbClr val="7030A0"/>
                </a:solidFill>
                <a:sym typeface="Symbol"/>
              </a:rPr>
              <a:t>2) = 12 – 3 – 8 = 1</a:t>
            </a:r>
            <a:endParaRPr lang="he-IL" b="1" dirty="0">
              <a:solidFill>
                <a:srgbClr val="7030A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6032" y="5889739"/>
            <a:ext cx="944489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chemeClr val="accent1"/>
                </a:solidFill>
              </a:rPr>
              <a:t>לדוגמה</a:t>
            </a:r>
            <a:r>
              <a:rPr lang="he-IL" dirty="0" smtClean="0"/>
              <a:t>:</a:t>
            </a:r>
            <a:endParaRPr lang="he-IL" dirty="0"/>
          </a:p>
        </p:txBody>
      </p:sp>
      <p:sp>
        <p:nvSpPr>
          <p:cNvPr id="4" name="TextBox 3"/>
          <p:cNvSpPr txBox="1"/>
          <p:nvPr/>
        </p:nvSpPr>
        <p:spPr>
          <a:xfrm>
            <a:off x="5045969" y="6074405"/>
            <a:ext cx="162737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c : b – a = </a:t>
            </a:r>
            <a:r>
              <a:rPr lang="en-US" b="1" dirty="0">
                <a:solidFill>
                  <a:srgbClr val="7030A0"/>
                </a:solidFill>
              </a:rPr>
              <a:t>– 5</a:t>
            </a:r>
            <a:endParaRPr lang="he-IL" b="1" dirty="0">
              <a:solidFill>
                <a:srgbClr val="7030A0"/>
              </a:solidFill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36891" name="OptionButton1" r:id="rId2" imgW="678240" imgH="289440"/>
        </mc:Choice>
        <mc:Fallback>
          <p:control name="OptionButton1" r:id="rId2" imgW="678240" imgH="289440">
            <p:pic>
              <p:nvPicPr>
                <p:cNvPr id="5" name="OptionButt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4"/>
                <a:srcRect/>
                <a:stretch>
                  <a:fillRect/>
                </a:stretch>
              </p:blipFill>
              <p:spPr bwMode="auto">
                <a:xfrm>
                  <a:off x="7667625" y="2565400"/>
                  <a:ext cx="677863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36892" name="OptionButton2" r:id="rId3" imgW="678240" imgH="289440"/>
        </mc:Choice>
        <mc:Fallback>
          <p:control name="OptionButton2" r:id="rId3" imgW="678240" imgH="289440">
            <p:pic>
              <p:nvPicPr>
                <p:cNvPr id="6" name="OptionButton2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4"/>
                <a:srcRect/>
                <a:stretch>
                  <a:fillRect/>
                </a:stretch>
              </p:blipFill>
              <p:spPr bwMode="auto">
                <a:xfrm>
                  <a:off x="4427538" y="3357563"/>
                  <a:ext cx="677862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36893" name="OptionButton3" r:id="rId4" imgW="678240" imgH="289440"/>
        </mc:Choice>
        <mc:Fallback>
          <p:control name="OptionButton3" r:id="rId4" imgW="678240" imgH="289440">
            <p:pic>
              <p:nvPicPr>
                <p:cNvPr id="7" name="OptionButton3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4"/>
                <a:srcRect/>
                <a:stretch>
                  <a:fillRect/>
                </a:stretch>
              </p:blipFill>
              <p:spPr bwMode="auto">
                <a:xfrm>
                  <a:off x="7667625" y="3357563"/>
                  <a:ext cx="677863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36894" name="OptionButton4" r:id="rId5" imgW="678240" imgH="289440"/>
        </mc:Choice>
        <mc:Fallback>
          <p:control name="OptionButton4" r:id="rId5" imgW="678240" imgH="289440">
            <p:pic>
              <p:nvPicPr>
                <p:cNvPr id="8" name="OptionButt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4"/>
                <a:srcRect/>
                <a:stretch>
                  <a:fillRect/>
                </a:stretch>
              </p:blipFill>
              <p:spPr bwMode="auto">
                <a:xfrm>
                  <a:off x="4427538" y="2565400"/>
                  <a:ext cx="677862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36895" name="CommandButton1" r:id="rId6" imgW="1112400" imgH="571680"/>
        </mc:Choice>
        <mc:Fallback>
          <p:control name="CommandButton1" r:id="rId6" imgW="1112400" imgH="571680">
            <p:pic>
              <p:nvPicPr>
                <p:cNvPr id="9" name="CommandButt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5"/>
                <a:srcRect/>
                <a:stretch>
                  <a:fillRect/>
                </a:stretch>
              </p:blipFill>
              <p:spPr bwMode="auto">
                <a:xfrm>
                  <a:off x="4356100" y="3860800"/>
                  <a:ext cx="1116013" cy="5746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u="sng" dirty="0" smtClean="0">
                <a:cs typeface="+mn-cs"/>
              </a:rPr>
              <a:t>שאלה 3</a:t>
            </a:r>
            <a:endParaRPr lang="he-IL" u="sng" dirty="0">
              <a:cs typeface="+mn-cs"/>
            </a:endParaRPr>
          </a:p>
        </p:txBody>
      </p:sp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123728" y="1700808"/>
            <a:ext cx="63627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012160" y="2564904"/>
            <a:ext cx="145732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627784" y="2492896"/>
            <a:ext cx="146685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724128" y="3717032"/>
            <a:ext cx="159067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4" name="Picture 12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835696" y="3682355"/>
            <a:ext cx="220027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6214734" y="4773618"/>
            <a:ext cx="609462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chemeClr val="accent1"/>
                </a:solidFill>
              </a:rPr>
              <a:t>רמז</a:t>
            </a:r>
            <a:r>
              <a:rPr lang="he-IL" dirty="0" smtClean="0"/>
              <a:t>:</a:t>
            </a:r>
            <a:endParaRPr lang="he-IL" dirty="0"/>
          </a:p>
        </p:txBody>
      </p:sp>
      <p:sp>
        <p:nvSpPr>
          <p:cNvPr id="3" name="TextBox 2"/>
          <p:cNvSpPr txBox="1"/>
          <p:nvPr/>
        </p:nvSpPr>
        <p:spPr>
          <a:xfrm>
            <a:off x="3194902" y="5516563"/>
            <a:ext cx="350929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rgbClr val="7030A0"/>
                </a:solidFill>
              </a:rPr>
              <a:t>המכפלה של מספרים הופכיים היא 1</a:t>
            </a:r>
            <a:endParaRPr lang="he-IL" b="1" dirty="0">
              <a:solidFill>
                <a:srgbClr val="7030A0"/>
              </a:solidFill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3099" name="OptionButton1" r:id="rId2" imgW="678240" imgH="289440"/>
        </mc:Choice>
        <mc:Fallback>
          <p:control name="OptionButton1" r:id="rId2" imgW="678240" imgH="289440">
            <p:pic>
              <p:nvPicPr>
                <p:cNvPr id="4" name="OptionButt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3"/>
                <a:srcRect/>
                <a:stretch>
                  <a:fillRect/>
                </a:stretch>
              </p:blipFill>
              <p:spPr bwMode="auto">
                <a:xfrm>
                  <a:off x="7524750" y="2781300"/>
                  <a:ext cx="677863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3100" name="OptionButton2" r:id="rId3" imgW="289440" imgH="289440"/>
        </mc:Choice>
        <mc:Fallback>
          <p:control name="OptionButton2" r:id="rId3" imgW="289440" imgH="289440">
            <p:pic>
              <p:nvPicPr>
                <p:cNvPr id="5" name="OptionButton2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4"/>
                <a:srcRect/>
                <a:stretch>
                  <a:fillRect/>
                </a:stretch>
              </p:blipFill>
              <p:spPr bwMode="auto">
                <a:xfrm>
                  <a:off x="7597775" y="3860800"/>
                  <a:ext cx="287338" cy="2889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3101" name="OptionButton3" r:id="rId4" imgW="571680" imgH="502920"/>
        </mc:Choice>
        <mc:Fallback>
          <p:control name="OptionButton3" r:id="rId4" imgW="571680" imgH="502920">
            <p:pic>
              <p:nvPicPr>
                <p:cNvPr id="6" name="OptionButton3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5"/>
                <a:srcRect/>
                <a:stretch>
                  <a:fillRect/>
                </a:stretch>
              </p:blipFill>
              <p:spPr bwMode="auto">
                <a:xfrm>
                  <a:off x="4211638" y="2636838"/>
                  <a:ext cx="574675" cy="5048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3102" name="OptionButton4" r:id="rId5" imgW="243720" imgH="289440"/>
        </mc:Choice>
        <mc:Fallback>
          <p:control name="OptionButton4" r:id="rId5" imgW="243720" imgH="289440">
            <p:pic>
              <p:nvPicPr>
                <p:cNvPr id="7" name="OptionButt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6"/>
                <a:srcRect/>
                <a:stretch>
                  <a:fillRect/>
                </a:stretch>
              </p:blipFill>
              <p:spPr bwMode="auto">
                <a:xfrm>
                  <a:off x="4211638" y="3789363"/>
                  <a:ext cx="244475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3103" name="CommandButton1" r:id="rId6" imgW="1508760" imgH="792360"/>
        </mc:Choice>
        <mc:Fallback>
          <p:control name="CommandButton1" r:id="rId6" imgW="1508760" imgH="792360">
            <p:pic>
              <p:nvPicPr>
                <p:cNvPr id="9" name="CommandButt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7"/>
                <a:srcRect/>
                <a:stretch>
                  <a:fillRect/>
                </a:stretch>
              </p:blipFill>
              <p:spPr bwMode="auto">
                <a:xfrm>
                  <a:off x="1331913" y="4724400"/>
                  <a:ext cx="1511300" cy="7921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u="sng" dirty="0" smtClean="0">
                <a:cs typeface="+mn-cs"/>
              </a:rPr>
              <a:t>שאלה 4</a:t>
            </a:r>
            <a:endParaRPr lang="he-IL" u="sng" dirty="0">
              <a:cs typeface="+mn-cs"/>
            </a:endParaRPr>
          </a:p>
        </p:txBody>
      </p:sp>
      <p:pic>
        <p:nvPicPr>
          <p:cNvPr id="37895" name="Picture 7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483768" y="1628800"/>
            <a:ext cx="569595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6" name="Picture 8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012160" y="2708920"/>
            <a:ext cx="115252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7" name="Picture 9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940152" y="3789040"/>
            <a:ext cx="13430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8" name="Picture 10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635896" y="2780928"/>
            <a:ext cx="108585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9" name="Picture 11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120760" y="3711575"/>
            <a:ext cx="155257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901" name="Picture 13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99592" y="2636912"/>
            <a:ext cx="1219200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6497384" y="4800222"/>
            <a:ext cx="785793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chemeClr val="accent1"/>
                </a:solidFill>
              </a:rPr>
              <a:t>פתרון</a:t>
            </a:r>
            <a:r>
              <a:rPr lang="he-IL" dirty="0" smtClean="0"/>
              <a:t>:</a:t>
            </a:r>
            <a:endParaRPr lang="he-IL" dirty="0"/>
          </a:p>
        </p:txBody>
      </p:sp>
      <p:sp>
        <p:nvSpPr>
          <p:cNvPr id="3" name="TextBox 2"/>
          <p:cNvSpPr txBox="1"/>
          <p:nvPr/>
        </p:nvSpPr>
        <p:spPr>
          <a:xfrm>
            <a:off x="3036632" y="5445224"/>
            <a:ext cx="412805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28 – 7t + 12 – 3t = 40 – 10t = 10(4 – t)</a:t>
            </a:r>
            <a:endParaRPr lang="he-IL" b="1" dirty="0">
              <a:solidFill>
                <a:srgbClr val="7030A0"/>
              </a:solidFill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37925" name="OptionButton1" r:id="rId2" imgW="678240" imgH="289440"/>
        </mc:Choice>
        <mc:Fallback>
          <p:control name="OptionButton1" r:id="rId2" imgW="678240" imgH="289440">
            <p:pic>
              <p:nvPicPr>
                <p:cNvPr id="4" name="OptionButt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5"/>
                <a:srcRect/>
                <a:stretch>
                  <a:fillRect/>
                </a:stretch>
              </p:blipFill>
              <p:spPr bwMode="auto">
                <a:xfrm>
                  <a:off x="7524750" y="2781300"/>
                  <a:ext cx="677863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37926" name="OptionButton2" r:id="rId3" imgW="289440" imgH="289440"/>
        </mc:Choice>
        <mc:Fallback>
          <p:control name="OptionButton2" r:id="rId3" imgW="289440" imgH="289440">
            <p:pic>
              <p:nvPicPr>
                <p:cNvPr id="5" name="OptionButton2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6"/>
                <a:srcRect/>
                <a:stretch>
                  <a:fillRect/>
                </a:stretch>
              </p:blipFill>
              <p:spPr bwMode="auto">
                <a:xfrm>
                  <a:off x="7596188" y="3860800"/>
                  <a:ext cx="287337" cy="2889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37927" name="OptionButton3" r:id="rId4" imgW="571680" imgH="502920"/>
        </mc:Choice>
        <mc:Fallback>
          <p:control name="OptionButton3" r:id="rId4" imgW="571680" imgH="502920">
            <p:pic>
              <p:nvPicPr>
                <p:cNvPr id="6" name="OptionButton3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7"/>
                <a:srcRect/>
                <a:stretch>
                  <a:fillRect/>
                </a:stretch>
              </p:blipFill>
              <p:spPr bwMode="auto">
                <a:xfrm>
                  <a:off x="4859338" y="2708275"/>
                  <a:ext cx="574675" cy="5048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37928" name="OptionButton4" r:id="rId5" imgW="243720" imgH="289440"/>
        </mc:Choice>
        <mc:Fallback>
          <p:control name="OptionButton4" r:id="rId5" imgW="243720" imgH="289440">
            <p:pic>
              <p:nvPicPr>
                <p:cNvPr id="7" name="OptionButt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8"/>
                <a:srcRect/>
                <a:stretch>
                  <a:fillRect/>
                </a:stretch>
              </p:blipFill>
              <p:spPr bwMode="auto">
                <a:xfrm>
                  <a:off x="4859338" y="3860800"/>
                  <a:ext cx="244475" cy="2889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37929" name="CommandButton1" r:id="rId6" imgW="1508760" imgH="792360"/>
        </mc:Choice>
        <mc:Fallback>
          <p:control name="CommandButton1" r:id="rId6" imgW="1508760" imgH="792360">
            <p:pic>
              <p:nvPicPr>
                <p:cNvPr id="8" name="CommandButt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9"/>
                <a:srcRect/>
                <a:stretch>
                  <a:fillRect/>
                </a:stretch>
              </p:blipFill>
              <p:spPr bwMode="auto">
                <a:xfrm>
                  <a:off x="1331913" y="4724400"/>
                  <a:ext cx="1511300" cy="7921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37930" name="OptionButton5" r:id="rId7" imgW="571680" imgH="502920"/>
        </mc:Choice>
        <mc:Fallback>
          <p:control name="OptionButton5" r:id="rId7" imgW="571680" imgH="502920">
            <p:pic>
              <p:nvPicPr>
                <p:cNvPr id="10" name="OptionButton5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7"/>
                <a:srcRect/>
                <a:stretch>
                  <a:fillRect/>
                </a:stretch>
              </p:blipFill>
              <p:spPr bwMode="auto">
                <a:xfrm>
                  <a:off x="2339975" y="2636838"/>
                  <a:ext cx="574675" cy="5048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he-IL" u="sng" dirty="0" smtClean="0">
                <a:cs typeface="+mn-cs"/>
              </a:rPr>
              <a:t>שאלה 5</a:t>
            </a:r>
            <a:endParaRPr lang="he-IL" u="sng" dirty="0">
              <a:cs typeface="+mn-cs"/>
            </a:endParaRPr>
          </a:p>
        </p:txBody>
      </p:sp>
      <p:pic>
        <p:nvPicPr>
          <p:cNvPr id="4098" name="תמונה 4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746480" y="548680"/>
            <a:ext cx="4612526" cy="1998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475656" y="2636912"/>
            <a:ext cx="6924675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תמונה 36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580112" y="3260080"/>
            <a:ext cx="28448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55576" y="4149080"/>
            <a:ext cx="7839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563888" y="4797152"/>
            <a:ext cx="367665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203848" y="5157192"/>
            <a:ext cx="40195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411760" y="5517232"/>
            <a:ext cx="487680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411760" y="5949280"/>
            <a:ext cx="48291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2500135" y="6488668"/>
            <a:ext cx="212750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chemeClr val="accent3">
                    <a:lumMod val="75000"/>
                  </a:schemeClr>
                </a:solidFill>
              </a:rPr>
              <a:t>155 + 86 + 7 = 248</a:t>
            </a:r>
            <a:endParaRPr lang="he-IL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68969" y="6488668"/>
            <a:ext cx="62228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rgbClr val="4244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רמז:</a:t>
            </a:r>
            <a:endParaRPr lang="he-IL" b="1" dirty="0">
              <a:solidFill>
                <a:srgbClr val="4244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4123" name="OptionButton1" r:id="rId2" imgW="678240" imgH="289440"/>
        </mc:Choice>
        <mc:Fallback>
          <p:control name="OptionButton1" r:id="rId2" imgW="678240" imgH="289440">
            <p:pic>
              <p:nvPicPr>
                <p:cNvPr id="3" name="OptionButt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6"/>
                <a:srcRect/>
                <a:stretch>
                  <a:fillRect/>
                </a:stretch>
              </p:blipFill>
              <p:spPr bwMode="auto">
                <a:xfrm>
                  <a:off x="7308850" y="4797425"/>
                  <a:ext cx="677863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4124" name="OptionButton2" r:id="rId3" imgW="289440" imgH="289440"/>
        </mc:Choice>
        <mc:Fallback>
          <p:control name="OptionButton2" r:id="rId3" imgW="289440" imgH="289440">
            <p:pic>
              <p:nvPicPr>
                <p:cNvPr id="4" name="OptionButton2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7"/>
                <a:srcRect/>
                <a:stretch>
                  <a:fillRect/>
                </a:stretch>
              </p:blipFill>
              <p:spPr bwMode="auto">
                <a:xfrm>
                  <a:off x="7308850" y="5229225"/>
                  <a:ext cx="287338" cy="2889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4125" name="OptionButton3" r:id="rId4" imgW="434520" imgH="434520"/>
        </mc:Choice>
        <mc:Fallback>
          <p:control name="OptionButton3" r:id="rId4" imgW="434520" imgH="434520">
            <p:pic>
              <p:nvPicPr>
                <p:cNvPr id="5" name="OptionButton3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8"/>
                <a:srcRect/>
                <a:stretch>
                  <a:fillRect/>
                </a:stretch>
              </p:blipFill>
              <p:spPr bwMode="auto">
                <a:xfrm>
                  <a:off x="7380288" y="5589588"/>
                  <a:ext cx="431800" cy="4318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4126" name="OptionButton4" r:id="rId5" imgW="243720" imgH="289440"/>
        </mc:Choice>
        <mc:Fallback>
          <p:control name="OptionButton4" r:id="rId5" imgW="243720" imgH="289440">
            <p:pic>
              <p:nvPicPr>
                <p:cNvPr id="6" name="OptionButt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9"/>
                <a:srcRect/>
                <a:stretch>
                  <a:fillRect/>
                </a:stretch>
              </p:blipFill>
              <p:spPr bwMode="auto">
                <a:xfrm>
                  <a:off x="7351713" y="6021388"/>
                  <a:ext cx="244475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4127" name="CommandButton1" r:id="rId6" imgW="1508760" imgH="792360"/>
        </mc:Choice>
        <mc:Fallback>
          <p:control name="CommandButton1" r:id="rId6" imgW="1508760" imgH="792360">
            <p:pic>
              <p:nvPicPr>
                <p:cNvPr id="7" name="CommandButt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0"/>
                <a:srcRect/>
                <a:stretch>
                  <a:fillRect/>
                </a:stretch>
              </p:blipFill>
              <p:spPr bwMode="auto">
                <a:xfrm>
                  <a:off x="755650" y="5013325"/>
                  <a:ext cx="1511300" cy="7921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u="sng" dirty="0" smtClean="0">
                <a:cs typeface="+mn-cs"/>
              </a:rPr>
              <a:t>שאלה 6</a:t>
            </a:r>
            <a:endParaRPr lang="he-IL" u="sng" dirty="0">
              <a:cs typeface="+mn-cs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20072" y="260648"/>
            <a:ext cx="3429000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475656" y="2473077"/>
            <a:ext cx="69818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572000" y="3774892"/>
            <a:ext cx="386715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323506" y="4869160"/>
            <a:ext cx="5133975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תרשים זרימה: מסמך 11"/>
          <p:cNvSpPr/>
          <p:nvPr/>
        </p:nvSpPr>
        <p:spPr>
          <a:xfrm>
            <a:off x="1979886" y="5048994"/>
            <a:ext cx="1223962" cy="64770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יש לענות במחברת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8251" y="3063875"/>
            <a:ext cx="785793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chemeClr val="accent1"/>
                </a:solidFill>
              </a:rPr>
              <a:t>פתרון</a:t>
            </a:r>
            <a:r>
              <a:rPr lang="he-IL" dirty="0" smtClean="0"/>
              <a:t>:</a:t>
            </a:r>
            <a:endParaRPr lang="he-IL" dirty="0"/>
          </a:p>
        </p:txBody>
      </p:sp>
      <p:sp>
        <p:nvSpPr>
          <p:cNvPr id="3" name="TextBox 2"/>
          <p:cNvSpPr txBox="1"/>
          <p:nvPr/>
        </p:nvSpPr>
        <p:spPr>
          <a:xfrm>
            <a:off x="5255297" y="3248541"/>
            <a:ext cx="143500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3 – (</a:t>
            </a:r>
            <a:r>
              <a:rPr lang="en-US" b="1" dirty="0">
                <a:solidFill>
                  <a:srgbClr val="7030A0"/>
                </a:solidFill>
              </a:rPr>
              <a:t>– </a:t>
            </a:r>
            <a:r>
              <a:rPr lang="en-US" b="1" dirty="0" smtClean="0">
                <a:solidFill>
                  <a:srgbClr val="7030A0"/>
                </a:solidFill>
              </a:rPr>
              <a:t>1) = 4</a:t>
            </a:r>
            <a:endParaRPr lang="he-IL" b="1" dirty="0">
              <a:solidFill>
                <a:srgbClr val="7030A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36974" y="5877272"/>
            <a:ext cx="1467069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chemeClr val="accent1"/>
                </a:solidFill>
              </a:rPr>
              <a:t>הסבר אפשרי</a:t>
            </a:r>
            <a:r>
              <a:rPr lang="he-IL" dirty="0" smtClean="0"/>
              <a:t>:</a:t>
            </a:r>
            <a:endParaRPr lang="he-IL" dirty="0"/>
          </a:p>
        </p:txBody>
      </p:sp>
      <p:sp>
        <p:nvSpPr>
          <p:cNvPr id="4" name="TextBox 3"/>
          <p:cNvSpPr txBox="1"/>
          <p:nvPr/>
        </p:nvSpPr>
        <p:spPr>
          <a:xfrm>
            <a:off x="971600" y="6246604"/>
            <a:ext cx="6587061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rgbClr val="7030A0"/>
                </a:solidFill>
              </a:rPr>
              <a:t>המחוסר קבוע, המחסרים הולכים וקטנים ולכן התוצאות הולכות וגדלות</a:t>
            </a:r>
          </a:p>
          <a:p>
            <a:r>
              <a:rPr lang="he-IL" b="1" dirty="0" smtClean="0">
                <a:solidFill>
                  <a:srgbClr val="7030A0"/>
                </a:solidFill>
              </a:rPr>
              <a:t>ולכן לא נוכל לקבל תשובה שלילית.</a:t>
            </a:r>
            <a:endParaRPr lang="he-IL" b="1" dirty="0">
              <a:solidFill>
                <a:srgbClr val="7030A0"/>
              </a:solidFill>
            </a:endParaRPr>
          </a:p>
        </p:txBody>
      </p:sp>
      <p:sp>
        <p:nvSpPr>
          <p:cNvPr id="15" name="תרשים זרימה: מסמך 14"/>
          <p:cNvSpPr/>
          <p:nvPr/>
        </p:nvSpPr>
        <p:spPr>
          <a:xfrm>
            <a:off x="288132" y="2578919"/>
            <a:ext cx="1223962" cy="64770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יש לענות במחברת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38933" name="CommandButton1" r:id="rId2" imgW="1729800" imgH="502920"/>
        </mc:Choice>
        <mc:Fallback>
          <p:control name="CommandButton1" r:id="rId2" imgW="1729800" imgH="502920">
            <p:pic>
              <p:nvPicPr>
                <p:cNvPr id="5" name="CommandButt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9"/>
                <a:srcRect/>
                <a:stretch>
                  <a:fillRect/>
                </a:stretch>
              </p:blipFill>
              <p:spPr bwMode="auto">
                <a:xfrm>
                  <a:off x="900113" y="3789363"/>
                  <a:ext cx="1728787" cy="5048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38934" name="TextBox1" r:id="rId3" imgW="861120" imgH="647640"/>
        </mc:Choice>
        <mc:Fallback>
          <p:control name="TextBox1" r:id="rId3" imgW="861120" imgH="647640">
            <p:pic>
              <p:nvPicPr>
                <p:cNvPr id="6" name="TextBox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0"/>
                <a:srcRect/>
                <a:stretch>
                  <a:fillRect/>
                </a:stretch>
              </p:blipFill>
              <p:spPr bwMode="auto">
                <a:xfrm>
                  <a:off x="3276600" y="3644900"/>
                  <a:ext cx="863600" cy="649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u="sng" dirty="0" smtClean="0">
                <a:cs typeface="+mn-cs"/>
              </a:rPr>
              <a:t>שאלה 7</a:t>
            </a:r>
            <a:endParaRPr lang="he-IL" u="sng" dirty="0">
              <a:cs typeface="+mn-cs"/>
            </a:endParaRPr>
          </a:p>
        </p:txBody>
      </p:sp>
      <p:sp>
        <p:nvSpPr>
          <p:cNvPr id="17412" name="AutoShape 4" descr="data:image/jpeg;base64,/9j/4AAQSkZJRgABAQAAAQABAAD/2wCEAAkGBxQTEhQUEhQWFRUWGBwXGBcYFxscHhcYIBwcFxocFxgYHCggGBolHBcaIjIhJSkrLi4wHx8zODMtNygtMSsBCgoKDg0OGhAQGjgkICQtMiwsLCwsLCwtLCwsLCwsLCwsLCwuLCwsLCwsLCwsLCwsLCwsLCwsLCwsLCwsLCwsLP/AABEIANsA5gMBIgACEQEDEQH/xAAcAAEAAgMBAQEAAAAAAAAAAAAABQYDBAcCAQj/xABOEAACAQMCAwUEBQcGCgsAAAABAgMABBESIQUxQQYTIlFhBzJxkRQjQlKBM1NyobHB0TRiY3OCkxUWQ0SDorKzwsQkJXSSo7TD0tPk8P/EABoBAQADAQEBAAAAAAAAAAAAAAABAgQDBQb/xAA0EQACAQIDBQUGBgMAAAAAAAAAAQIDERIhQQQFEzGhM1GBkeEiI1JhsdEUFTJCYnHB8PH/2gAMAwEAAhEDEQA/AOwUpSuxmFKVH8Y4vHbqC5Jd8iOJd3lYfZjXqfM7BRuSBvS5KVyQpVW7D9qXvO/juIe4ngcqy7lWUEjKMfewRg4/mn7Qq00TuGrZMUpShApSlAKUpQCsV1cpGjSSMqIoyzMQAB5knlWj2k43HZwNNJk48KIOckh91F9SevTc9K5PxCe4vpNd0+pAdSW4/JReWR/lXH3m8zgCqymkXhByJvj3bqa4OmxYwwfnioMkvPeNXBCJywxGT5CqzNbNKQZJbiVhggvPKcEHORhgF3J5Yx0qaislXdt/jXia8C7IKzubZpUEiLNpIm6zXUeRjK3MwP63NTfB+215bsBcH6VBsCdIEyL1I0gCXzwcE486grWSW9m7m1IZh+UlOTHCvm2PeY4ICjng9AasHGuwLRwh7OWR5kALJK5ZZ8e8AD+Tc9MbdPURxMLs2Tw8S5HTeHX0c8STRMHjkUMrDqD6HcHoQdwcitiuY+yfjH1sluCdEqG4RTnKOGCTLjkMkgkbeINzya6dWqLujJJWdhSlKkqKUpQClKUApSlAKUpQClKUB5lkCgs2wAJJ8gNzVS7N2/fA38moyTjUgYk9zA2DHGgOyZUKzY5tnpirZNGGVlbkwIPwIwarHZC4CRizl8M1uqxOp2LKo0JKo6xuoByORyDuDWbar4cjVs1sTIW4glteKxXARDb3DrG75OpHdVhClc7h3SA5AwNJzjnXRKr/AGg4V30JQEA6leNiCQsiMHQkAgkalGcHlms3AOPictFIBFdR/lIck7ZIV4yQNcbAZBHLODg02apeNnzG0ws8SJqlKVpMopSlAKUpQHM/aTed5eRQ9IIu8I85JSyKfiqRnf8ApDUU04jUKu7da+9rm/6zvATkjucDUDpXulwMA+Hxajg455xvk6HCLE3V4LdmKRiIzOV2aQBgmhG+zzBJG+OWOdZqjzbZrprJWMX01pZDFErzyjmkYzp/TYkKg/SIqf4X2FlkOq9kCJ+YhY7/AKc2x/BcfGrEpisQILSzlbYNphiAU/Zy8zkKW2GcsWwQeWa05u0l0kojeziLNukaXkXekDckRuFLbZO3kazucn+nI0KEV+omOIXcNjb5CBUXCRxRru7nZI0UDdmOB+s+dalpxmK2SOK9u4FuCpdw0irgsS2BqOyLnSueYUc6+9rbdu7juEBZrV++0DcuulkkCjkXCOWX1AHU1Wezd6kDjWs1xqhdWiS1aRL53fvEujMcqdSELh/c8S5AFVpwU1myZzcXkjXl4TKnFJvo+pLa7h71riIkd0oIeVYpB4Q8jIN87B8irV2C42WYwSGUiRPpFsZiTJ3RIDxOSSS0bdSSSrKa89neCOtlJbzKsSymfTHGdXcxSlmCBiMMV1nfGK1b5BAkUkbhzZ3MIJBBYK5WCVXHRu6kBxtvpNdada0reByqUrxv4nQaUpW4wClKUApSlAKUpQClKUApSlAKjON8AgugvfKdSHKSIxR4z5pIhDD4Zwa1b/tTEjmKFJLqVTpZIACIyOYllYiOM/zS2r0rW7y/lIJeG2TOSsamZyPIySaVU/BD8fPnOrCPNnWFKcs0jWnkmsXhjlm763nkECO+BLHKwZkDsMLKpCEA4DZx72a2uL8Ct7nT38SuV919w6b5yki4ZdwDsar3FeBxfTbDWZJZDM8xkmfWQsUbEKgPhUa3jOlFGdOfs1ebiPqK8+q03ihkb6aaWGeZX+B3clvd/Q5pXljmRpLZ5DlwU/KQs53kwpV1Jyca8k4FW2qv2g4c8qI0LiOeF+9hdhldYBUq45lGVmU9RnPSvMXbZIxi/ils22BZkZ4SScDTPGCoBP39JHWtez1lKNm8zJXouMrpZFqpXiCZXVXRgysAysDkMDuCCOYIr3WkzClKUBzn2g8Bna7Se2geYSRFJQhXwmM5RjrYDJWRhjO+kfjShfd1LHNho5bWRWdHUq6o2BIrowyAYyT5bA5rvZriPamxm4gsNy9zDbyzrIkUbxFFMJfCxvcaTmTG+lt8k6QNzXGokuZopOT5aHWJHwpbngE/vqgXXAtNqLmcQd29n3pZAv0p+ISMsqGObSW2Y6UCtywMHarj2fSUW0K3CgSqgRxkMCV8OcjYhgAceta/DOzkMJUgySd3tEskhdYRvtEp2TAJAOMgbZxtWGnNU7m2cHOxJ8FaQxRd+AJTGveAchJpGrH9rNRlpwKW3adYJFEMuXjRlLd1MxyxGCMxEnUVyMHOCM1qcS4pexXbJFatcRtEroQ6xqjKX7wM7D8o2UAXl18yIztVxm77g98i2iONJ0yd9cOSDmO3RAqiTH2tRA59M1Ci34hteRYuyXGRew96Y3j8RXxA4fAB1xEgF4znZsDkdtqr/azgum8hlMkiW1xLFHdKhA1SBh9HdsqcKXCoxGNtPrUfJ29e3it2FmkVrJCWgZrhPGiYGhRGrKsmnHgYjfbORVnvrmPiPDJGi3WaF9BbYhgDp1Yzgq69M7jrVknTle2RVtTVrlxpWhwC/M9rbznYywxyEZzgsgYjPoTit+vTPNFKUoQKUpQClKUApSlAeZJAoLMQFAJJJwABuSSdgAKqT3EnEfcLxWRzhlJSS6HLIPOKA77jDPsfCOeXtLm6nWzB+oRRLdYz9YCSIoSfusVLN6ADk1TijQPXkB5Csm0VreyjXQo39pmK1so4ECIiqByVRgD5dT59a1OG8TE7TKBpaGQxlT8FZW9AysCKj+P8ZdGWC2RZbqQFlVjhY05GWYjkmdgObHYcjiK7KWElrxOUTy97JeW6yF9IUNJE2llQAAKoR02O9ZVG6zNTlZ5Et2rt3MImiQvNbOJo1GcvjKyIANyWiZ1A8yKleA8Zhuo9cMiuBscEZU4zpdeasPI1sTLg/Heojhtq8V9O4X6meKMlsrgTIWUjTnUSyFTnGPCepqsXo9CZLVEvMPEahrntDFGzw3kfdRHwiWQAwyqdsF+SnBwUcDrjUN6mZ/eNRr8UtzKbdpY+9GCYmYaiDuPCefTl6VCyfIs80ax7KrFl+HStaMd9CYaFjj7UDeEHluuk1DcQ9pTWTrDxC0kDEZWWAhkl6MUVyCuNvCSSM+WCbgDjltVa7f2KSWwkkTX3MiORy1IWEcq59Y2b8dPlXeltElKzONShFq5Y+Cdpba6H1EqlhsY28MinyaNsMOR6YONqlq4FxTgwhnktplLmAju5D7zRnxRurjBDYGCR9pWqw8K7YXluBhvpcQ5pKcSgb+5N9o/pg5x71eiuVzC4dx1yqJxS0jtA8NwB9BmcmNyMrA8h8UUoxtGXZirnYZ0nGFJs3Z3tDBex64GOR78bDDxnykTofXkehNb91EkimOQKyuCpRsEMvUEHmMGqVIKasxCbg7lY7K2MsELQykMscjCEjOe52ZAxbmV1MoxthVqet+dVq47ETCIxW/ELiKNAe5TCnQeaK8mNbxqRjTz07ZNbXZrjf0hWDL3dxCdE8R5xv+9GwSrDYj4GvPq0ZQ9pm+nVjPJEhxO9SGOSWQ6UjUsx8gB+30ribe0KYzvdQga2RkBmQMtsCRp+jdSxXZifeJ5YAFdO9pMJfht0ASPCGOBnwh1Zv9UGuP8AEOEWypuujorLnVq6YH2j6VNC1rlpxcv6REhAMsY5CN8uYzgb6jtjwjJJ2AG9dX9l90Bwy5Yn6tJJSGJ2C92jt8ACWP41VH4TIwljuzJauYVa3gwO+umclEAyfD4wNS41KM5wMmr9Jwj6Jwp7fw95MvcsUUAGWciHwquBhdYA9FGavVzSXeykWr5ckXDstbGOytIzjKW8SnHLIjUHH4ipSviqBsNgNgB5egr7W884UpShApSozjfaC2tO7+kzLEJGKoWzuQMncA4A8zgbjzoCTpVHbtW11KkdvKLeOTV3UhTVJcad2MIbwRpp3BcEtzC4GT54r9MsFNyty92g3lgn0AlTsO4aKMaZNWAFxg5PXFcnWgnY7KjJq5eqUHy//elK6nEonZ7jkIW5uJpYozJcy51uq6QjdxGNz9yNfiSfOsv+MT3PhsEaTJx9JdSsKdCV1YacjyUYP3sVgbs/Z3N27C3hEdrIV2jX624YB5GkOnLBNQGnJGrVnkKs13xGG3TVI6RqMDU7BR6Dc/qrzKtlN6np023BaGrwbgaWqHxNJK51SSvu8jcssfIAYCjYAAVVu0N1cXMyPYiPRYu0rTM2A8oUq0CHy0OQze6DtzFb89/LxEaLXXHbttJdEFGdeq2ykZ8Q27wgAZ2yawcasBJ3fDLYd1CFDXBQ40QZIEY5+ORgdz9kMd81CyldkvNWRYOznaKDiFus0DejIfeRuqsP39a3qqLxL9NLWFq0k0MRgkYMsUA91lSRyCXdcDwqCRkZ9JtOzs84P02bCEY7i2LRr/bmyJJOnLQOeQatwJTd1kirrRgrPNn3jPGkg0g6pJX2igTxSSkfdXyA3LHYDJNY+F9kUkjduIxQzTTP3jAqGWLwiNY42IzhVUb9Tk1K8G7O29qWaGPDv78jMzu3lqkkJYj0zUrWujQVP+zJVrueS5HFvaLLd8MuoVsJZVhkjLBJHEiBlbxKglyVAXRt/O261tcK7TPxKNVujbWsCOj3DtOoZtL5WLu3IMetkGScjTy54roHbTs0t9b92TpkQ64X+6+Mb+akbEeXqBXBr6w0yGK5h7uZeaOBnHmp+2pxsw2NWdKLd9SYVHa1yzdtOJLPxLvYTrgeIQrKASjSoWdgj4w2Ax5bHfnitVWwciq/wm01TAx6jHEGyM5QO22FHIHBYnHmKn6701aNiGZk98SRs0My+7Ihww9D0ddvcbIPlWDivEXv7lmuVMc0EMSI6MR4gzuZoiMactpPpyzQV6fSSrEeJQQG9DsQfP4HqAas4pg6V2T7fW86JFcSpDdABXR/AHPLVEzeFg3MAHI5YrZ7X8MwrX1sQtxDGWOPduIlGoxy74IwDpbmp9K47xm07yJgFDMMFQccwR1PnWKGztZ8x92YZcboMoRzGRjwuNzvvsfWucoXyZCVndHTuCdt7W6RY5wbeSVPyU2yyKyjeOQ+F1IbHMNz2qFm9mOkuIpY5UZNEffq5aDyMbRsATvzIyMCo3sr2U+mQG3W50z25GuGdRNDIhyEkizhohjwkKdivIZFbB7DXVscizfB3L2F4642xtFKVJyDjbyPTFYeG4N4XY08RSXtF24NwSRWSa8mN1comhZCoVYwfeEagbFurHc46DaqR2z4vLeTRJasUEdyEh2BMk0Z1STFSN4YlVh5Ekk8gKiuOccjTw3M/FBsGa2cGM6cEYckKdOcg+LHxrpnsu4LHHAJx3Jd/AohkWRIIgTiJZFJDPklnYHxMTuQBUQg08UiZTVsKK7wn2k3jRxvJawPqCt4JnQlSAfdZGAO561mm9qRmixaW0iT50O0wUxwsPf3VtUpHIDAzty5VzzglxIvD1aNS7hW0j+2wHxwOnXGBW7wNPCXD6+8OstsMkgDZenLGK9BRvYy4UdP9nHHZp/pENzL3ksTKysVVS0TrscJts4ccvKrnXD4y8cqXEDaJo/dbGQy9UkXI1IfmOYIIrrHZXj6XsAlVSjAlJIyQTG45jI5g5BB2yCDgcqNWKSWpm49xlbVFdo5JS7iNEjALM5BYAamAAwpOSa53xeyvrviEMs1mVjR1VAWR40tmVluBLhjqlcEDABUYAyeZuvb4MLKSVBl7crcD17tgzjODpzHrXPTNVnjHau6hhWaGJJ4wuXQ5VyCAQykZ5DOVx19Ky15yTSWp2oRi1dkTYWt3HcyWtvFCxtCHhmnc4WGQMI1AVSxYLrTPku9Tt92Rurj+WXz6cq6RwRrGqSL7pySzOA3iwTzwdsVB8C7Y6LqR7uNhLdRxNAkAaYmNQ5CYXfXlmbOMHJ32qyRcRvrn8nb/REOD3twQ0hXn4bdfdb9NtvWsssSd+Xz/wB/walZomOw/FJZ7b/pG80MjwSsBgO8Z0612GzDB2A3JpUVwzjEVjcXUV3IsUc0n0mCRyFVgwVZE1EAalcZwdyGHka+16EJJxTME4NSaseOOcBis7a5na7ukhXvZu6SREGt2LaVcJr8TtpGWO7Co7gXZWztQJb6WKS50hpJLiQOEO5xH3pyFBJGo7nGa6HdWySIySKrowwysAQw8iDzrQs+zdnFgxWtuhByCsSAg8sg4yKpUpYuTsXhWw88yuTds0nY2/DNM82MmQg9zEucanfbX6KmcnbbBrzFotka1smNzeu2qVyc6XbAaa4I2jVQchDgkLpXqRYOKdnI55FkLzRsE7rEUhjBTVq0nTvzPMEHyxW9wzhsNugjgjSNB9lRj8T5n1O9UWz5/Iu9oyy5njgfC0tYI4Y8kIN2PvOx3Z3PVmYkn41vUpWkyilKUAqO43wG3u00XMKSjBA1Ddc/dYeJfwIqRpQkoMvsvjXAt7qeFByjISRR5AFl1Y+JNaM/s8vAPDc28u3J4XTJ+Ku2M+eNvKumUoTiZxLjnC57MBruDTHqC99G4eME7DUdnQE4GWUDfnWubcHcH99dynhV1KuoZWGGVgCCOoIOxFck7Vdnf8HyqY8m0mbSgP8Am8h3Eeesbb6T0IwembKT1LqVyEeEj1rR4a4NzLqOGVFVFPMofEzL0IJwNvu71NVHcT4er4O4K7qy+8h8wau0WN1bp7eWO6hGZITkrv8AWxHZ4zjnkbj+cAav7e1Cxa1aeFmkkAAW2I0zM7EKqhN8jJGWXUPidq5lw6+bUIpsd5zVhssg648mHVfxG3K4+zZ4zI1pMFcozT22tQdMZ3dYzjwlHycc8MOnLPWin7RZM57xG/muLiWW6yLgnS6EEd0BsI1U+6oHz3O+am+wPCp9Vzd205tu6XQCACksgBdhKh2ZVUjfmC2c7Vh9piRS8RbSMGKJEkZcqWc5fDEe9hCn7Om0dwrjb2sE9oi5iuwUTH+SlcCNjvzQpvjzFWd3TVkRqb/AExbxebLrPxbxn/arDEohn0DZJQWUfdYY1gDoDkN8dXnW1f3giCqo1O2yLyzjqT0UdTWrw3hoDd45LyHm5+eFB91fQV17kiCULAczXvgHHDYXIlz9Q5VLhf5nJZB/OQnfzXV6YiOMylZITnAL6WHnqDBen3sVkdQQQRkHYjzB2o88gdx45Y/SLa4hDAGaGSMNzA1oUB9RvmqDwq51xgMNMifVyx7ZjkXZ1OOmeXQggjY1OezDi5ls+6ckvanuWZiN0A1Rsf8ARkAk9Vaqlb9ooLzidy9spCCNVkY4xK6OVSRQOYKHGSc4C7eWPaY3jfuLUHaViE7Gy29hxBvpMixkLMuX2wC0RiCnJ8BiVseR1CulntvZEoiXEbmQhVWLMhyc4yEBKjbmcY2zXP8At7wcSIs/dd4YwyuF97u2U+JfNkbDAfGrH2V7dcOjsYdU0cZSNEdMNqDBQDiNVyw2zqAIx1rNNYliNMXhyM/aTs+eLTNbMzRW9tpZnCjLzsMqFJz4FjY55bsPKvlTXY6YzzXF3GGFtMkQiLAqZGTWGkVDuFIZFDHBOjljFK2UYJQVzJVqPGy1UpSupwFKUoBSlKAUpSgFKUoBSlKAVqcV4dHcRPDMoeNxhgfmCD0YHBBG4IBrbpQk4rd2L28slvKcvHuG/ORHPdyfEgEEdGVvSvFXj2n8PHcpdAeKBsOephchWH9ltD/BWxzqj10izqndEZxOxDqVOQOYYc1Ybgg+YNa8V42qMsxhuYjmKYHCu3LAPk3JkPPpmpqteeyRwVYZU8xRq5JXBNI0kpnAWZ5HkcDllmJyvmnQbnlWW0I75SxwsStKx8ttIz8yfwr3xPhhRR4maNfdfm8H75IvNeYHwqP4EDO0iHfLL3hX3e7TJABPPW3THIGq4rLCLZ3JzhkbSEyyDDPyH3E+yvx6n1+FS4FFGOVfaulYEN2g90H7skZ/11rYrU7SviKRgM40n5Mp/dWyhbLLIhjkRirxtzRhzB8+hB6jB61GoNOw4hI888MMrxxPGFnCnHegNjC7bfaUsDkjIqR4EVt7t2xhHaOInYAd4n1XqQGgZfTV1rQ4WoW4k0gBFQL/AGyTIcfgR86lZJUjcSSoJLd17q5QgnMJIIcAb6o2GoEbgFsVynDFBlk7Ms/aaxuUhWaGdIvHHHoaINqMkqRA6iRpxqzjHSphPZ6HyLq6llU7FEVIVZcEaXKDWQRzwwzVV7UWlvGtkDezTlp4Wto3kR1AMqZkLImp1EZYAsTzrsJrhRppLMVqjbyMcMQVQqgKqgAAbAAbAAeWKV7pWgzClKUApSlAKUpQClKUApSlAVv2g3lxDZPJakiQPGCVALaDIqtoDArnDczsBk1zW4urt/E44uxGfAolXcnfBj0qR8Djbaun9vlJ4ddFWKlY+8yPJCJD08lNZrV8opHIgUUbs6ReRy6HifELQrOi3fdqR3kVzMrK6EjKqrO0gc6tjkYPPyPahVF7SHJiTAOueFMHkcypn47AnFXo0tZ2Ika/ELNZopIn92RGRvgwKn9tcUttQBR/ykbNFJ+mh0t+BIz8CK7nXLvaLYdzexzLpEdzGQ/T66P7R8y0bAf6OpTsxB6EHSlK6nQVWra47iPMSoDNPLgtnSAGIA2xvhdhnzqy1FcORW7+FlDKkpOlhnwv9YNuXNmxVZcwbnDbrvY1fGM52+BK7HqNsg+VbNfFUAAAAAbADYAegr7VkCK4+Pqpv6pv9k10H2m9nkwb+FQHXAnIIw8OMCQ+bJtuNyuRvgYot+gbUp6rp+YrrPZyZb/hcXeA4nt+6kGCN9Jikx1HiDY38q5z5lW7ZnH44ArORnLkEjO2QMbD4AfKsuanV9nnEVIjDWzqNu+Z3G3QtHozqx0Bx61NcO9l+WBu7kyp1ijj7tW8wz62Yr6DT+upxonEiA9nfZFJrlLhUVILeTWG0D62YZAVD91DuT54A3Bx2WsVrbpGixxqERAFVVGAoGwAA5CstUOcndilKUKilKUApSlAKUpQClKie1PH47G2kuZQxVMeFebMSFAGduZ5/GgJaojjnaOC12kYtIRlYYxqkb4IOQz9psKOpFc7u+3r3aANcQWKHdliuFeVhj3TLsIxv9kauW46+eGT2iKe4khwT4iJFJZvN2ySzb8yc1krbUoZRVzbR2Nzzk7InL7tfdSwyqLBF1oygNd+LDAjJVYSufTV+NSPYi/76xt366ArejL4WB9QQar30+L87H/31/jUVaa7fUtnfpDGzFzGyxyhWPPQWYFR6ZNc9n213fE+h3rbGklw/qSna7jZgu7PSglYO8vdl9AbSjKCX0tsC4OMcwOVSdr23vSuprKAg8lFyyn47wkYqCs+GEy9/PL38+NIfSFCpnOFjU45753NSmK519ueL3fI6Uthi4+85m+vbW662EePS8/+vUR2+4tLdwJHFaMXWVZAxkjwAMhhksCCysRtnrms+KVx/H1fkdfwFL5lKhgvetqw+E0R/awr3G9z1tZf/DP/ABirlSr/AJjV7kR+Ap97KY966+/BMvxiY/rTUD+BqMfiSx3BcpIoePB1RuoLKcrzXJOCR8q6NX3NXW8paxKvYI6SOY8L7SOWUTAYYHcI66COQOcgg1JS8fiGxkVT65/eKvma8soPMA/GrLeTX7epH4D+XQ58eNQfnV+ddD9lPaq3MD27zxq0cjGPVIo1o5MvhBbJ0ksDsMbV47pfIfIV8MK/dHyFHvG/7epV7vuv1dPU6FFxKFiFWaJieQEiknrsAa2O8HmPnXK34RbnGYIjg5H1a8/lWKTs/anObeHf+jX+FT+YR+E5vdsviOtilcJ7V8Mit7VpIdcLoVEZjkddLFxuAGxnmeX667sFxtnONsnr8a10ayqq6Mdeg6Ls2KUpXU4ClKUApSlAKUpQCq17RVBsWyM/XW3/AJmIfsJqy1H8f4Ql3A8EjOiuVOqMgMpV1kUqSCAdSDpUSV1YtF2aZV5uHxMctFGx8yin9ZFeP8FQfmIv7tf4Vo8a4Pc29xbwwXrsjxyuxnjjkYd2YlAyqoSCZlzk52O9YZBxMHwmxYY5kToc422BbbOOu/pzrwalGVOWFy6n0dKvCpHEo9Dc/wAXbTVq+iwas5z3Sc+eeVe5+A2r4128LY5ZiT+FaSXl+mO8toZeWTBMQc+YWZQMZ/nbete141NvqsbkH+aYGHz70VW1Tv6nS9PVdDIey9n0toR6qgU/gVwRWL/FS36d8PQXE4A+AEmAK2ZuMhcAwXO/3YS3z0E4rA/ai3X3jKu+MtbzqAfUtGAPxouL8yPc62+h5XsxGBgTXOB/TtWGbsw2/d3lymejFJANumtM89+db8HaG1c4W5hJ8u8UH8VJyK2f8Jw/nov7xf40xVV/wnBRfL6kH/ga9AGLuFz1L25X1+zL/CsU9hxIHwNZMPNhMp+Q1ftq0xyBt1IIO+Qc7fhXqo4r1S8ieDHRvzKwlrxDAyloT1xLKM/AGI4+dYpJrxMarPXtzinRt/VXCED51bKVHEXwrr9yeD3SfT7FVS9nxlrG4HwMJ+f1ox8q8PxnSCXtrtMHBzAx/WmQR6g1baUxx+EjhS+IqEfH4zzjuV+NtL+5DWVOMxE4xMPU28wH4kxgCrVTNMUe7r6Dhz7+nqVL/GC2/Oj5N/CidobUjP0iIeWpgufhqxn8Ktua8NGCMEAjlgimKHc/P0GCfevL1Oc9oruK6lt4FIkj1q8hU5G7d0o1Kdju/LfYV3k1+e+3tsq3RijURiRYB9WAv+UldmGOuF5/Cuvezzi0lzZq0x1SRu8TP9/SdmI6EgjPrmvY2SyjZHh7am53f9FlpSlazCKUpQClKUApSlAKUpQFV7ZOFuLE48TPNHnyUxGQ/HLQp+qsVYO3dtm94XJn3XuUx564C2fw7r9dZ68beHa+B7+7Ox8RSlKwHpClKVIMcsCsCGVWB5ggHPxzUfL2dtGJLWsBJ6mJP4VKUqVOS5Mq4RfNEOey1nnItolOMeFdO3roxmvC9mowSUmukz0FzIcfDWTU3SrcWfeV4UO4g04DIq4F9d9cFjC3zJiyfnX36JfL7tzDIP6W3IPzikUH5CpulOLLX6IjhR0v5she7v8A85Z/3Mv/AM1eCOIhh/InXG/5aM59D4xip2lOJ8l5DhfN+ZCG/vFxqtEfzMVyPwIWVE2/HPpXyLjk2+qwuR8GhP8A6oqcpTHH4fr9xw5aSfT7EKnaJSSpt7sMOY7hjj8Vyp+IJFYj2vtwMyCeMZx47aYZ+SEVP0FSnB6dfQhxqL93T1OTcZ4lFd8RWaBi8aQBdWllw+ptsMBvh/211H2SSA2kyjmtzJkeWQjD9RBrlPAUAt4gPug/id/310v2QOdN6vQTIw+LRKD/ALAr1qFlPCtFY8XabunierudCpSlbTzhSlKAUpSgFKUoBSlKAqfbJlNzYIc6gZ5RsMELGIiDv/Tg/ga8V57Yfy+w/qrv/l69V4u39r4H0G7F7nxFKUrCeiKUpQClKUApSlAKUpQClKUApSlAK+E4519r4y52O4O2KlEPkck4N/J4v0F/ZXR/ZD/nv9ZF/u651whcQxjIOFAyOR26eldJ9kUXhvG85kXH6MSt/wAf6q9mh2jPC2nsl4HQKUpW48wUpSgFKUoBSlKAUpSgKd2w/l9h/VXf/L16rz2w/l1h/VXf/L16rxdv7XwPod29j4ilKVhPQFKUoBSlKAUpSgFKUoBSlKAUpSgFfHGQQDg45+XrvX2lSiHyOR8F/IRfoL+yuoeyT8jd/wDaB/uYa5bwFs28X6OPlt+yujeyOUa71OuYX9MFXQfjlD+qvZodozwtp7FeB0elKVuPMFKUoBSlKAUpSgFKUoCr9q+HSPc2kyoWSJJ1cqMlTJ3WnwjcjwNuBtWDS35uX+6k/wDbVvpWWtskassTZtobdOjHCkioFW5lJAPWNx+1axvMo94hc9G2PyNXOma4Pd0NGzQt6z1iimGZdvEu+43G49K+pIDyIPwOauLIDzAPxrHJbIwwyKR5FQR8iKr+W/y6F/zV/D19Cq0qzLw6EHIijBHIhF2+G1fG4ZCSSY0yeukA+XMbg1V7tekuhZb1WsepWqVZE4PCu4U/izH9TE1rNwOHPJ/72T9geqPd8+9F1vSn3MhKVK3vC444pGUNqCkjLu2PwZiKrCXT778lc8hzCkjp5iqy2CotUdI7xpvKz6fckqVV24vNgePqfsr6elTPBblpEJc5OojkBtgeXxrNOk4q7NUK0ZOyN+lRvG7po1UocEtjkD09asfZvh0ctrDJIGLvGrMdbjJIBOysAPgBXWhssquaZx2ja40XZojq+E+dWQcGhG+jOPvMzD5MSK9rw6EEERRgjcEIux9Nq0x3c9ZGSW9Y6R6nAezkDyQRCNGc6B7iluXhPIdDtXRfZhw2aG4vDLFJGGjg0l0K6sNNnGRvjI+YroKKAAAAAOQGwH4V9rfCioyxXPOqbQ5xw2FKUrsZj//Z"/>
          <p:cNvSpPr>
            <a:spLocks noChangeAspect="1" noChangeArrowheads="1"/>
          </p:cNvSpPr>
          <p:nvPr/>
        </p:nvSpPr>
        <p:spPr bwMode="auto">
          <a:xfrm>
            <a:off x="-61913" y="-136525"/>
            <a:ext cx="304801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17414" name="AutoShape 6" descr="data:image/jpeg;base64,/9j/4AAQSkZJRgABAQAAAQABAAD/2wCEAAkGBxQTEhQUEhQWFRUWGBwXGBcYFxscHhcYIBwcFxocFxgYHCggGBolHBcaIjIhJSkrLi4wHx8zODMtNygtMSsBCgoKDg0OGhAQGjgkICQtMiwsLCwsLCwtLCwsLCwsLCwsLCwuLCwsLCwsLCwsLCwsLCwsLCwsLCwsLCwsLCwsLP/AABEIANsA5gMBIgACEQEDEQH/xAAcAAEAAgMBAQEAAAAAAAAAAAAABQYDBAcCAQj/xABOEAACAQMCAwUEBQcGCgsAAAABAgMABBESIQUxQQYTIlFhBzJxkRQjQlKBM1NyobHB0TRiY3OCkxUWQ0SDorKzwsQkJXSSo7TD0tPk8P/EABoBAQADAQEBAAAAAAAAAAAAAAABAgQDBQb/xAA0EQACAQIDBQUGBgMAAAAAAAAAAQIDERIhQQQFEzGhM1GBkeEiI1JhsdEUFTJCYnHB8PH/2gAMAwEAAhEDEQA/AOwUpSuxmFKVH8Y4vHbqC5Jd8iOJd3lYfZjXqfM7BRuSBvS5KVyQpVW7D9qXvO/juIe4ngcqy7lWUEjKMfewRg4/mn7Qq00TuGrZMUpShApSlAKUpQCsV1cpGjSSMqIoyzMQAB5knlWj2k43HZwNNJk48KIOckh91F9SevTc9K5PxCe4vpNd0+pAdSW4/JReWR/lXH3m8zgCqymkXhByJvj3bqa4OmxYwwfnioMkvPeNXBCJywxGT5CqzNbNKQZJbiVhggvPKcEHORhgF3J5Yx0qaislXdt/jXia8C7IKzubZpUEiLNpIm6zXUeRjK3MwP63NTfB+215bsBcH6VBsCdIEyL1I0gCXzwcE486grWSW9m7m1IZh+UlOTHCvm2PeY4ICjng9AasHGuwLRwh7OWR5kALJK5ZZ8e8AD+Tc9MbdPURxMLs2Tw8S5HTeHX0c8STRMHjkUMrDqD6HcHoQdwcitiuY+yfjH1sluCdEqG4RTnKOGCTLjkMkgkbeINzya6dWqLujJJWdhSlKkqKUpQClKUApSlAKUpQClKUB5lkCgs2wAJJ8gNzVS7N2/fA38moyTjUgYk9zA2DHGgOyZUKzY5tnpirZNGGVlbkwIPwIwarHZC4CRizl8M1uqxOp2LKo0JKo6xuoByORyDuDWbar4cjVs1sTIW4glteKxXARDb3DrG75OpHdVhClc7h3SA5AwNJzjnXRKr/AGg4V30JQEA6leNiCQsiMHQkAgkalGcHlms3AOPictFIBFdR/lIck7ZIV4yQNcbAZBHLODg02apeNnzG0ws8SJqlKVpMopSlAKUpQHM/aTed5eRQ9IIu8I85JSyKfiqRnf8ApDUU04jUKu7da+9rm/6zvATkjucDUDpXulwMA+Hxajg455xvk6HCLE3V4LdmKRiIzOV2aQBgmhG+zzBJG+OWOdZqjzbZrprJWMX01pZDFErzyjmkYzp/TYkKg/SIqf4X2FlkOq9kCJ+YhY7/AKc2x/BcfGrEpisQILSzlbYNphiAU/Zy8zkKW2GcsWwQeWa05u0l0kojeziLNukaXkXekDckRuFLbZO3kazucn+nI0KEV+omOIXcNjb5CBUXCRxRru7nZI0UDdmOB+s+dalpxmK2SOK9u4FuCpdw0irgsS2BqOyLnSueYUc6+9rbdu7juEBZrV++0DcuulkkCjkXCOWX1AHU1Wezd6kDjWs1xqhdWiS1aRL53fvEujMcqdSELh/c8S5AFVpwU1myZzcXkjXl4TKnFJvo+pLa7h71riIkd0oIeVYpB4Q8jIN87B8irV2C42WYwSGUiRPpFsZiTJ3RIDxOSSS0bdSSSrKa89neCOtlJbzKsSymfTHGdXcxSlmCBiMMV1nfGK1b5BAkUkbhzZ3MIJBBYK5WCVXHRu6kBxtvpNdada0reByqUrxv4nQaUpW4wClKUApSlAKUpQClKUApSlAKjON8AgugvfKdSHKSIxR4z5pIhDD4Zwa1b/tTEjmKFJLqVTpZIACIyOYllYiOM/zS2r0rW7y/lIJeG2TOSsamZyPIySaVU/BD8fPnOrCPNnWFKcs0jWnkmsXhjlm763nkECO+BLHKwZkDsMLKpCEA4DZx72a2uL8Ct7nT38SuV919w6b5yki4ZdwDsar3FeBxfTbDWZJZDM8xkmfWQsUbEKgPhUa3jOlFGdOfs1ebiPqK8+q03ihkb6aaWGeZX+B3clvd/Q5pXljmRpLZ5DlwU/KQs53kwpV1Jyca8k4FW2qv2g4c8qI0LiOeF+9hdhldYBUq45lGVmU9RnPSvMXbZIxi/ils22BZkZ4SScDTPGCoBP39JHWtez1lKNm8zJXouMrpZFqpXiCZXVXRgysAysDkMDuCCOYIr3WkzClKUBzn2g8Bna7Se2geYSRFJQhXwmM5RjrYDJWRhjO+kfjShfd1LHNho5bWRWdHUq6o2BIrowyAYyT5bA5rvZriPamxm4gsNy9zDbyzrIkUbxFFMJfCxvcaTmTG+lt8k6QNzXGokuZopOT5aHWJHwpbngE/vqgXXAtNqLmcQd29n3pZAv0p+ISMsqGObSW2Y6UCtywMHarj2fSUW0K3CgSqgRxkMCV8OcjYhgAceta/DOzkMJUgySd3tEskhdYRvtEp2TAJAOMgbZxtWGnNU7m2cHOxJ8FaQxRd+AJTGveAchJpGrH9rNRlpwKW3adYJFEMuXjRlLd1MxyxGCMxEnUVyMHOCM1qcS4pexXbJFatcRtEroQ6xqjKX7wM7D8o2UAXl18yIztVxm77g98i2iONJ0yd9cOSDmO3RAqiTH2tRA59M1Ci34hteRYuyXGRew96Y3j8RXxA4fAB1xEgF4znZsDkdtqr/azgum8hlMkiW1xLFHdKhA1SBh9HdsqcKXCoxGNtPrUfJ29e3it2FmkVrJCWgZrhPGiYGhRGrKsmnHgYjfbORVnvrmPiPDJGi3WaF9BbYhgDp1Yzgq69M7jrVknTle2RVtTVrlxpWhwC/M9rbznYywxyEZzgsgYjPoTit+vTPNFKUoQKUpQClKUApSlAeZJAoLMQFAJJJwABuSSdgAKqT3EnEfcLxWRzhlJSS6HLIPOKA77jDPsfCOeXtLm6nWzB+oRRLdYz9YCSIoSfusVLN6ADk1TijQPXkB5Csm0VreyjXQo39pmK1so4ECIiqByVRgD5dT59a1OG8TE7TKBpaGQxlT8FZW9AysCKj+P8ZdGWC2RZbqQFlVjhY05GWYjkmdgObHYcjiK7KWElrxOUTy97JeW6yF9IUNJE2llQAAKoR02O9ZVG6zNTlZ5Et2rt3MImiQvNbOJo1GcvjKyIANyWiZ1A8yKleA8Zhuo9cMiuBscEZU4zpdeasPI1sTLg/Heojhtq8V9O4X6meKMlsrgTIWUjTnUSyFTnGPCepqsXo9CZLVEvMPEahrntDFGzw3kfdRHwiWQAwyqdsF+SnBwUcDrjUN6mZ/eNRr8UtzKbdpY+9GCYmYaiDuPCefTl6VCyfIs80ax7KrFl+HStaMd9CYaFjj7UDeEHluuk1DcQ9pTWTrDxC0kDEZWWAhkl6MUVyCuNvCSSM+WCbgDjltVa7f2KSWwkkTX3MiORy1IWEcq59Y2b8dPlXeltElKzONShFq5Y+Cdpba6H1EqlhsY28MinyaNsMOR6YONqlq4FxTgwhnktplLmAju5D7zRnxRurjBDYGCR9pWqw8K7YXluBhvpcQ5pKcSgb+5N9o/pg5x71eiuVzC4dx1yqJxS0jtA8NwB9BmcmNyMrA8h8UUoxtGXZirnYZ0nGFJs3Z3tDBex64GOR78bDDxnykTofXkehNb91EkimOQKyuCpRsEMvUEHmMGqVIKasxCbg7lY7K2MsELQykMscjCEjOe52ZAxbmV1MoxthVqet+dVq47ETCIxW/ELiKNAe5TCnQeaK8mNbxqRjTz07ZNbXZrjf0hWDL3dxCdE8R5xv+9GwSrDYj4GvPq0ZQ9pm+nVjPJEhxO9SGOSWQ6UjUsx8gB+30ribe0KYzvdQga2RkBmQMtsCRp+jdSxXZifeJ5YAFdO9pMJfht0ASPCGOBnwh1Zv9UGuP8AEOEWypuujorLnVq6YH2j6VNC1rlpxcv6REhAMsY5CN8uYzgb6jtjwjJJ2AG9dX9l90Bwy5Yn6tJJSGJ2C92jt8ACWP41VH4TIwljuzJauYVa3gwO+umclEAyfD4wNS41KM5wMmr9Jwj6Jwp7fw95MvcsUUAGWciHwquBhdYA9FGavVzSXeykWr5ckXDstbGOytIzjKW8SnHLIjUHH4ipSviqBsNgNgB5egr7W884UpShApSozjfaC2tO7+kzLEJGKoWzuQMncA4A8zgbjzoCTpVHbtW11KkdvKLeOTV3UhTVJcad2MIbwRpp3BcEtzC4GT54r9MsFNyty92g3lgn0AlTsO4aKMaZNWAFxg5PXFcnWgnY7KjJq5eqUHy//elK6nEonZ7jkIW5uJpYozJcy51uq6QjdxGNz9yNfiSfOsv+MT3PhsEaTJx9JdSsKdCV1YacjyUYP3sVgbs/Z3N27C3hEdrIV2jX624YB5GkOnLBNQGnJGrVnkKs13xGG3TVI6RqMDU7BR6Dc/qrzKtlN6np023BaGrwbgaWqHxNJK51SSvu8jcssfIAYCjYAAVVu0N1cXMyPYiPRYu0rTM2A8oUq0CHy0OQze6DtzFb89/LxEaLXXHbttJdEFGdeq2ykZ8Q27wgAZ2yawcasBJ3fDLYd1CFDXBQ40QZIEY5+ORgdz9kMd81CyldkvNWRYOznaKDiFus0DejIfeRuqsP39a3qqLxL9NLWFq0k0MRgkYMsUA91lSRyCXdcDwqCRkZ9JtOzs84P02bCEY7i2LRr/bmyJJOnLQOeQatwJTd1kirrRgrPNn3jPGkg0g6pJX2igTxSSkfdXyA3LHYDJNY+F9kUkjduIxQzTTP3jAqGWLwiNY42IzhVUb9Tk1K8G7O29qWaGPDv78jMzu3lqkkJYj0zUrWujQVP+zJVrueS5HFvaLLd8MuoVsJZVhkjLBJHEiBlbxKglyVAXRt/O261tcK7TPxKNVujbWsCOj3DtOoZtL5WLu3IMetkGScjTy54roHbTs0t9b92TpkQ64X+6+Mb+akbEeXqBXBr6w0yGK5h7uZeaOBnHmp+2pxsw2NWdKLd9SYVHa1yzdtOJLPxLvYTrgeIQrKASjSoWdgj4w2Ax5bHfnitVWwciq/wm01TAx6jHEGyM5QO22FHIHBYnHmKn6701aNiGZk98SRs0My+7Ihww9D0ddvcbIPlWDivEXv7lmuVMc0EMSI6MR4gzuZoiMactpPpyzQV6fSSrEeJQQG9DsQfP4HqAas4pg6V2T7fW86JFcSpDdABXR/AHPLVEzeFg3MAHI5YrZ7X8MwrX1sQtxDGWOPduIlGoxy74IwDpbmp9K47xm07yJgFDMMFQccwR1PnWKGztZ8x92YZcboMoRzGRjwuNzvvsfWucoXyZCVndHTuCdt7W6RY5wbeSVPyU2yyKyjeOQ+F1IbHMNz2qFm9mOkuIpY5UZNEffq5aDyMbRsATvzIyMCo3sr2U+mQG3W50z25GuGdRNDIhyEkizhohjwkKdivIZFbB7DXVscizfB3L2F4642xtFKVJyDjbyPTFYeG4N4XY08RSXtF24NwSRWSa8mN1comhZCoVYwfeEagbFurHc46DaqR2z4vLeTRJasUEdyEh2BMk0Z1STFSN4YlVh5Ekk8gKiuOccjTw3M/FBsGa2cGM6cEYckKdOcg+LHxrpnsu4LHHAJx3Jd/AohkWRIIgTiJZFJDPklnYHxMTuQBUQg08UiZTVsKK7wn2k3jRxvJawPqCt4JnQlSAfdZGAO561mm9qRmixaW0iT50O0wUxwsPf3VtUpHIDAzty5VzzglxIvD1aNS7hW0j+2wHxwOnXGBW7wNPCXD6+8OstsMkgDZenLGK9BRvYy4UdP9nHHZp/pENzL3ksTKysVVS0TrscJts4ccvKrnXD4y8cqXEDaJo/dbGQy9UkXI1IfmOYIIrrHZXj6XsAlVSjAlJIyQTG45jI5g5BB2yCDgcqNWKSWpm49xlbVFdo5JS7iNEjALM5BYAamAAwpOSa53xeyvrviEMs1mVjR1VAWR40tmVluBLhjqlcEDABUYAyeZuvb4MLKSVBl7crcD17tgzjODpzHrXPTNVnjHau6hhWaGJJ4wuXQ5VyCAQykZ5DOVx19Ky15yTSWp2oRi1dkTYWt3HcyWtvFCxtCHhmnc4WGQMI1AVSxYLrTPku9Tt92Rurj+WXz6cq6RwRrGqSL7pySzOA3iwTzwdsVB8C7Y6LqR7uNhLdRxNAkAaYmNQ5CYXfXlmbOMHJ32qyRcRvrn8nb/REOD3twQ0hXn4bdfdb9NtvWsssSd+Xz/wB/walZomOw/FJZ7b/pG80MjwSsBgO8Z0612GzDB2A3JpUVwzjEVjcXUV3IsUc0n0mCRyFVgwVZE1EAalcZwdyGHka+16EJJxTME4NSaseOOcBis7a5na7ukhXvZu6SREGt2LaVcJr8TtpGWO7Co7gXZWztQJb6WKS50hpJLiQOEO5xH3pyFBJGo7nGa6HdWySIySKrowwysAQw8iDzrQs+zdnFgxWtuhByCsSAg8sg4yKpUpYuTsXhWw88yuTds0nY2/DNM82MmQg9zEucanfbX6KmcnbbBrzFotka1smNzeu2qVyc6XbAaa4I2jVQchDgkLpXqRYOKdnI55FkLzRsE7rEUhjBTVq0nTvzPMEHyxW9wzhsNugjgjSNB9lRj8T5n1O9UWz5/Iu9oyy5njgfC0tYI4Y8kIN2PvOx3Z3PVmYkn41vUpWkyilKUAqO43wG3u00XMKSjBA1Ddc/dYeJfwIqRpQkoMvsvjXAt7qeFByjISRR5AFl1Y+JNaM/s8vAPDc28u3J4XTJ+Ku2M+eNvKumUoTiZxLjnC57MBruDTHqC99G4eME7DUdnQE4GWUDfnWubcHcH99dynhV1KuoZWGGVgCCOoIOxFck7Vdnf8HyqY8m0mbSgP8Am8h3Eeesbb6T0IwembKT1LqVyEeEj1rR4a4NzLqOGVFVFPMofEzL0IJwNvu71NVHcT4er4O4K7qy+8h8wau0WN1bp7eWO6hGZITkrv8AWxHZ4zjnkbj+cAav7e1Cxa1aeFmkkAAW2I0zM7EKqhN8jJGWXUPidq5lw6+bUIpsd5zVhssg648mHVfxG3K4+zZ4zI1pMFcozT22tQdMZ3dYzjwlHycc8MOnLPWin7RZM57xG/muLiWW6yLgnS6EEd0BsI1U+6oHz3O+am+wPCp9Vzd205tu6XQCACksgBdhKh2ZVUjfmC2c7Vh9piRS8RbSMGKJEkZcqWc5fDEe9hCn7Om0dwrjb2sE9oi5iuwUTH+SlcCNjvzQpvjzFWd3TVkRqb/AExbxebLrPxbxn/arDEohn0DZJQWUfdYY1gDoDkN8dXnW1f3giCqo1O2yLyzjqT0UdTWrw3hoDd45LyHm5+eFB91fQV17kiCULAczXvgHHDYXIlz9Q5VLhf5nJZB/OQnfzXV6YiOMylZITnAL6WHnqDBen3sVkdQQQRkHYjzB2o88gdx45Y/SLa4hDAGaGSMNzA1oUB9RvmqDwq51xgMNMifVyx7ZjkXZ1OOmeXQggjY1OezDi5ls+6ckvanuWZiN0A1Rsf8ARkAk9Vaqlb9ooLzidy9spCCNVkY4xK6OVSRQOYKHGSc4C7eWPaY3jfuLUHaViE7Gy29hxBvpMixkLMuX2wC0RiCnJ8BiVseR1CulntvZEoiXEbmQhVWLMhyc4yEBKjbmcY2zXP8At7wcSIs/dd4YwyuF97u2U+JfNkbDAfGrH2V7dcOjsYdU0cZSNEdMNqDBQDiNVyw2zqAIx1rNNYliNMXhyM/aTs+eLTNbMzRW9tpZnCjLzsMqFJz4FjY55bsPKvlTXY6YzzXF3GGFtMkQiLAqZGTWGkVDuFIZFDHBOjljFK2UYJQVzJVqPGy1UpSupwFKUoBSlKAUpSgFKUoBSlKAVqcV4dHcRPDMoeNxhgfmCD0YHBBG4IBrbpQk4rd2L28slvKcvHuG/ORHPdyfEgEEdGVvSvFXj2n8PHcpdAeKBsOephchWH9ltD/BWxzqj10izqndEZxOxDqVOQOYYc1Ybgg+YNa8V42qMsxhuYjmKYHCu3LAPk3JkPPpmpqteeyRwVYZU8xRq5JXBNI0kpnAWZ5HkcDllmJyvmnQbnlWW0I75SxwsStKx8ttIz8yfwr3xPhhRR4maNfdfm8H75IvNeYHwqP4EDO0iHfLL3hX3e7TJABPPW3THIGq4rLCLZ3JzhkbSEyyDDPyH3E+yvx6n1+FS4FFGOVfaulYEN2g90H7skZ/11rYrU7SviKRgM40n5Mp/dWyhbLLIhjkRirxtzRhzB8+hB6jB61GoNOw4hI888MMrxxPGFnCnHegNjC7bfaUsDkjIqR4EVt7t2xhHaOInYAd4n1XqQGgZfTV1rQ4WoW4k0gBFQL/AGyTIcfgR86lZJUjcSSoJLd17q5QgnMJIIcAb6o2GoEbgFsVynDFBlk7Ms/aaxuUhWaGdIvHHHoaINqMkqRA6iRpxqzjHSphPZ6HyLq6llU7FEVIVZcEaXKDWQRzwwzVV7UWlvGtkDezTlp4Wto3kR1AMqZkLImp1EZYAsTzrsJrhRppLMVqjbyMcMQVQqgKqgAAbAAbAAeWKV7pWgzClKUApSlAKUpQClKUApSlAVv2g3lxDZPJakiQPGCVALaDIqtoDArnDczsBk1zW4urt/E44uxGfAolXcnfBj0qR8Djbaun9vlJ4ddFWKlY+8yPJCJD08lNZrV8opHIgUUbs6ReRy6HifELQrOi3fdqR3kVzMrK6EjKqrO0gc6tjkYPPyPahVF7SHJiTAOueFMHkcypn47AnFXo0tZ2Ika/ELNZopIn92RGRvgwKn9tcUttQBR/ykbNFJ+mh0t+BIz8CK7nXLvaLYdzexzLpEdzGQ/T66P7R8y0bAf6OpTsxB6EHSlK6nQVWra47iPMSoDNPLgtnSAGIA2xvhdhnzqy1FcORW7+FlDKkpOlhnwv9YNuXNmxVZcwbnDbrvY1fGM52+BK7HqNsg+VbNfFUAAAAAbADYAegr7VkCK4+Pqpv6pv9k10H2m9nkwb+FQHXAnIIw8OMCQ+bJtuNyuRvgYot+gbUp6rp+YrrPZyZb/hcXeA4nt+6kGCN9Jikx1HiDY38q5z5lW7ZnH44ArORnLkEjO2QMbD4AfKsuanV9nnEVIjDWzqNu+Z3G3QtHozqx0Bx61NcO9l+WBu7kyp1ijj7tW8wz62Yr6DT+upxonEiA9nfZFJrlLhUVILeTWG0D62YZAVD91DuT54A3Bx2WsVrbpGixxqERAFVVGAoGwAA5CstUOcndilKUKilKUApSlAKUpQClKie1PH47G2kuZQxVMeFebMSFAGduZ5/GgJaojjnaOC12kYtIRlYYxqkb4IOQz9psKOpFc7u+3r3aANcQWKHdliuFeVhj3TLsIxv9kauW46+eGT2iKe4khwT4iJFJZvN2ySzb8yc1krbUoZRVzbR2Nzzk7InL7tfdSwyqLBF1oygNd+LDAjJVYSufTV+NSPYi/76xt366ArejL4WB9QQar30+L87H/31/jUVaa7fUtnfpDGzFzGyxyhWPPQWYFR6ZNc9n213fE+h3rbGklw/qSna7jZgu7PSglYO8vdl9AbSjKCX0tsC4OMcwOVSdr23vSuprKAg8lFyyn47wkYqCs+GEy9/PL38+NIfSFCpnOFjU45753NSmK519ueL3fI6Uthi4+85m+vbW662EePS8/+vUR2+4tLdwJHFaMXWVZAxkjwAMhhksCCysRtnrms+KVx/H1fkdfwFL5lKhgvetqw+E0R/awr3G9z1tZf/DP/ABirlSr/AJjV7kR+Ap97KY966+/BMvxiY/rTUD+BqMfiSx3BcpIoePB1RuoLKcrzXJOCR8q6NX3NXW8paxKvYI6SOY8L7SOWUTAYYHcI66COQOcgg1JS8fiGxkVT65/eKvma8soPMA/GrLeTX7epH4D+XQ58eNQfnV+ddD9lPaq3MD27zxq0cjGPVIo1o5MvhBbJ0ksDsMbV47pfIfIV8MK/dHyFHvG/7epV7vuv1dPU6FFxKFiFWaJieQEiknrsAa2O8HmPnXK34RbnGYIjg5H1a8/lWKTs/anObeHf+jX+FT+YR+E5vdsviOtilcJ7V8Mit7VpIdcLoVEZjkddLFxuAGxnmeX667sFxtnONsnr8a10ayqq6Mdeg6Ls2KUpXU4ClKUApSlAKUpQCq17RVBsWyM/XW3/AJmIfsJqy1H8f4Ql3A8EjOiuVOqMgMpV1kUqSCAdSDpUSV1YtF2aZV5uHxMctFGx8yin9ZFeP8FQfmIv7tf4Vo8a4Pc29xbwwXrsjxyuxnjjkYd2YlAyqoSCZlzk52O9YZBxMHwmxYY5kToc422BbbOOu/pzrwalGVOWFy6n0dKvCpHEo9Dc/wAXbTVq+iwas5z3Sc+eeVe5+A2r4128LY5ZiT+FaSXl+mO8toZeWTBMQc+YWZQMZ/nbete141NvqsbkH+aYGHz70VW1Tv6nS9PVdDIey9n0toR6qgU/gVwRWL/FS36d8PQXE4A+AEmAK2ZuMhcAwXO/3YS3z0E4rA/ai3X3jKu+MtbzqAfUtGAPxouL8yPc62+h5XsxGBgTXOB/TtWGbsw2/d3lymejFJANumtM89+db8HaG1c4W5hJ8u8UH8VJyK2f8Jw/nov7xf40xVV/wnBRfL6kH/ga9AGLuFz1L25X1+zL/CsU9hxIHwNZMPNhMp+Q1ftq0xyBt1IIO+Qc7fhXqo4r1S8ieDHRvzKwlrxDAyloT1xLKM/AGI4+dYpJrxMarPXtzinRt/VXCED51bKVHEXwrr9yeD3SfT7FVS9nxlrG4HwMJ+f1ox8q8PxnSCXtrtMHBzAx/WmQR6g1baUxx+EjhS+IqEfH4zzjuV+NtL+5DWVOMxE4xMPU28wH4kxgCrVTNMUe7r6Dhz7+nqVL/GC2/Oj5N/CidobUjP0iIeWpgufhqxn8Ktua8NGCMEAjlgimKHc/P0GCfevL1Oc9oruK6lt4FIkj1q8hU5G7d0o1Kdju/LfYV3k1+e+3tsq3RijURiRYB9WAv+UldmGOuF5/Cuvezzi0lzZq0x1SRu8TP9/SdmI6EgjPrmvY2SyjZHh7am53f9FlpSlazCKUpQClKUApSlAKUpQFV7ZOFuLE48TPNHnyUxGQ/HLQp+qsVYO3dtm94XJn3XuUx564C2fw7r9dZ68beHa+B7+7Ox8RSlKwHpClKVIMcsCsCGVWB5ggHPxzUfL2dtGJLWsBJ6mJP4VKUqVOS5Mq4RfNEOey1nnItolOMeFdO3roxmvC9mowSUmukz0FzIcfDWTU3SrcWfeV4UO4g04DIq4F9d9cFjC3zJiyfnX36JfL7tzDIP6W3IPzikUH5CpulOLLX6IjhR0v5she7v8A85Z/3Mv/AM1eCOIhh/InXG/5aM59D4xip2lOJ8l5DhfN+ZCG/vFxqtEfzMVyPwIWVE2/HPpXyLjk2+qwuR8GhP8A6oqcpTHH4fr9xw5aSfT7EKnaJSSpt7sMOY7hjj8Vyp+IJFYj2vtwMyCeMZx47aYZ+SEVP0FSnB6dfQhxqL93T1OTcZ4lFd8RWaBi8aQBdWllw+ptsMBvh/211H2SSA2kyjmtzJkeWQjD9RBrlPAUAt4gPug/id/310v2QOdN6vQTIw+LRKD/ALAr1qFlPCtFY8XabunierudCpSlbTzhSlKAUpSgFKUoBSlKAqfbJlNzYIc6gZ5RsMELGIiDv/Tg/ga8V57Yfy+w/qrv/l69V4u39r4H0G7F7nxFKUrCeiKUpQClKUApSlAKUpQClKUApSlAK+E4519r4y52O4O2KlEPkck4N/J4v0F/ZXR/ZD/nv9ZF/u651whcQxjIOFAyOR26eldJ9kUXhvG85kXH6MSt/wAf6q9mh2jPC2nsl4HQKUpW48wUpSgFKUoBSlKAUpSgKd2w/l9h/VXf/L16rz2w/l1h/VXf/L16rxdv7XwPod29j4ilKVhPQFKUoBSlKAUpSgFKUoBSlKAUpSgFfHGQQDg45+XrvX2lSiHyOR8F/IRfoL+yuoeyT8jd/wDaB/uYa5bwFs28X6OPlt+yujeyOUa71OuYX9MFXQfjlD+qvZodozwtp7FeB0elKVuPMFKUoBSlKAUpSgFKUoCr9q+HSPc2kyoWSJJ1cqMlTJ3WnwjcjwNuBtWDS35uX+6k/wDbVvpWWtskassTZtobdOjHCkioFW5lJAPWNx+1axvMo94hc9G2PyNXOma4Pd0NGzQt6z1iimGZdvEu+43G49K+pIDyIPwOauLIDzAPxrHJbIwwyKR5FQR8iKr+W/y6F/zV/D19Cq0qzLw6EHIijBHIhF2+G1fG4ZCSSY0yeukA+XMbg1V7tekuhZb1WsepWqVZE4PCu4U/izH9TE1rNwOHPJ/72T9geqPd8+9F1vSn3MhKVK3vC444pGUNqCkjLu2PwZiKrCXT778lc8hzCkjp5iqy2CotUdI7xpvKz6fckqVV24vNgePqfsr6elTPBblpEJc5OojkBtgeXxrNOk4q7NUK0ZOyN+lRvG7po1UocEtjkD09asfZvh0ctrDJIGLvGrMdbjJIBOysAPgBXWhssquaZx2ja40XZojq+E+dWQcGhG+jOPvMzD5MSK9rw6EEERRgjcEIux9Nq0x3c9ZGSW9Y6R6nAezkDyQRCNGc6B7iluXhPIdDtXRfZhw2aG4vDLFJGGjg0l0K6sNNnGRvjI+YroKKAAAAAOQGwH4V9rfCioyxXPOqbQ5xw2FKUrsZj//Z"/>
          <p:cNvSpPr>
            <a:spLocks noChangeAspect="1" noChangeArrowheads="1"/>
          </p:cNvSpPr>
          <p:nvPr/>
        </p:nvSpPr>
        <p:spPr bwMode="auto">
          <a:xfrm>
            <a:off x="-61913" y="-136525"/>
            <a:ext cx="304801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17416" name="AutoShape 8" descr="data:image/jpeg;base64,/9j/4AAQSkZJRgABAQAAAQABAAD/2wCEAAkGBxQTEhQUEhQWFRUWGBwXGBcYFxscHhcYIBwcFxocFxgYHCggGBolHBcaIjIhJSkrLi4wHx8zODMtNygtMSsBCgoKDg0OGhAQGjgkICQtMiwsLCwsLCwtLCwsLCwsLCwsLCwuLCwsLCwsLCwsLCwsLCwsLCwsLCwsLCwsLCwsLP/AABEIANsA5gMBIgACEQEDEQH/xAAcAAEAAgMBAQEAAAAAAAAAAAAABQYDBAcCAQj/xABOEAACAQMCAwUEBQcGCgsAAAABAgMABBESIQUxQQYTIlFhBzJxkRQjQlKBM1NyobHB0TRiY3OCkxUWQ0SDorKzwsQkJXSSo7TD0tPk8P/EABoBAQADAQEBAAAAAAAAAAAAAAABAgQDBQb/xAA0EQACAQIDBQUGBgMAAAAAAAAAAQIDERIhQQQFEzGhM1GBkeEiI1JhsdEUFTJCYnHB8PH/2gAMAwEAAhEDEQA/AOwUpSuxmFKVH8Y4vHbqC5Jd8iOJd3lYfZjXqfM7BRuSBvS5KVyQpVW7D9qXvO/juIe4ngcqy7lWUEjKMfewRg4/mn7Qq00TuGrZMUpShApSlAKUpQCsV1cpGjSSMqIoyzMQAB5knlWj2k43HZwNNJk48KIOckh91F9SevTc9K5PxCe4vpNd0+pAdSW4/JReWR/lXH3m8zgCqymkXhByJvj3bqa4OmxYwwfnioMkvPeNXBCJywxGT5CqzNbNKQZJbiVhggvPKcEHORhgF3J5Yx0qaislXdt/jXia8C7IKzubZpUEiLNpIm6zXUeRjK3MwP63NTfB+215bsBcH6VBsCdIEyL1I0gCXzwcE486grWSW9m7m1IZh+UlOTHCvm2PeY4ICjng9AasHGuwLRwh7OWR5kALJK5ZZ8e8AD+Tc9MbdPURxMLs2Tw8S5HTeHX0c8STRMHjkUMrDqD6HcHoQdwcitiuY+yfjH1sluCdEqG4RTnKOGCTLjkMkgkbeINzya6dWqLujJJWdhSlKkqKUpQClKUApSlAKUpQClKUB5lkCgs2wAJJ8gNzVS7N2/fA38moyTjUgYk9zA2DHGgOyZUKzY5tnpirZNGGVlbkwIPwIwarHZC4CRizl8M1uqxOp2LKo0JKo6xuoByORyDuDWbar4cjVs1sTIW4glteKxXARDb3DrG75OpHdVhClc7h3SA5AwNJzjnXRKr/AGg4V30JQEA6leNiCQsiMHQkAgkalGcHlms3AOPictFIBFdR/lIck7ZIV4yQNcbAZBHLODg02apeNnzG0ws8SJqlKVpMopSlAKUpQHM/aTed5eRQ9IIu8I85JSyKfiqRnf8ApDUU04jUKu7da+9rm/6zvATkjucDUDpXulwMA+Hxajg455xvk6HCLE3V4LdmKRiIzOV2aQBgmhG+zzBJG+OWOdZqjzbZrprJWMX01pZDFErzyjmkYzp/TYkKg/SIqf4X2FlkOq9kCJ+YhY7/AKc2x/BcfGrEpisQILSzlbYNphiAU/Zy8zkKW2GcsWwQeWa05u0l0kojeziLNukaXkXekDckRuFLbZO3kazucn+nI0KEV+omOIXcNjb5CBUXCRxRru7nZI0UDdmOB+s+dalpxmK2SOK9u4FuCpdw0irgsS2BqOyLnSueYUc6+9rbdu7juEBZrV++0DcuulkkCjkXCOWX1AHU1Wezd6kDjWs1xqhdWiS1aRL53fvEujMcqdSELh/c8S5AFVpwU1myZzcXkjXl4TKnFJvo+pLa7h71riIkd0oIeVYpB4Q8jIN87B8irV2C42WYwSGUiRPpFsZiTJ3RIDxOSSS0bdSSSrKa89neCOtlJbzKsSymfTHGdXcxSlmCBiMMV1nfGK1b5BAkUkbhzZ3MIJBBYK5WCVXHRu6kBxtvpNdada0reByqUrxv4nQaUpW4wClKUApSlAKUpQClKUApSlAKjON8AgugvfKdSHKSIxR4z5pIhDD4Zwa1b/tTEjmKFJLqVTpZIACIyOYllYiOM/zS2r0rW7y/lIJeG2TOSsamZyPIySaVU/BD8fPnOrCPNnWFKcs0jWnkmsXhjlm763nkECO+BLHKwZkDsMLKpCEA4DZx72a2uL8Ct7nT38SuV919w6b5yki4ZdwDsar3FeBxfTbDWZJZDM8xkmfWQsUbEKgPhUa3jOlFGdOfs1ebiPqK8+q03ihkb6aaWGeZX+B3clvd/Q5pXljmRpLZ5DlwU/KQs53kwpV1Jyca8k4FW2qv2g4c8qI0LiOeF+9hdhldYBUq45lGVmU9RnPSvMXbZIxi/ils22BZkZ4SScDTPGCoBP39JHWtez1lKNm8zJXouMrpZFqpXiCZXVXRgysAysDkMDuCCOYIr3WkzClKUBzn2g8Bna7Se2geYSRFJQhXwmM5RjrYDJWRhjO+kfjShfd1LHNho5bWRWdHUq6o2BIrowyAYyT5bA5rvZriPamxm4gsNy9zDbyzrIkUbxFFMJfCxvcaTmTG+lt8k6QNzXGokuZopOT5aHWJHwpbngE/vqgXXAtNqLmcQd29n3pZAv0p+ISMsqGObSW2Y6UCtywMHarj2fSUW0K3CgSqgRxkMCV8OcjYhgAceta/DOzkMJUgySd3tEskhdYRvtEp2TAJAOMgbZxtWGnNU7m2cHOxJ8FaQxRd+AJTGveAchJpGrH9rNRlpwKW3adYJFEMuXjRlLd1MxyxGCMxEnUVyMHOCM1qcS4pexXbJFatcRtEroQ6xqjKX7wM7D8o2UAXl18yIztVxm77g98i2iONJ0yd9cOSDmO3RAqiTH2tRA59M1Ci34hteRYuyXGRew96Y3j8RXxA4fAB1xEgF4znZsDkdtqr/azgum8hlMkiW1xLFHdKhA1SBh9HdsqcKXCoxGNtPrUfJ29e3it2FmkVrJCWgZrhPGiYGhRGrKsmnHgYjfbORVnvrmPiPDJGi3WaF9BbYhgDp1Yzgq69M7jrVknTle2RVtTVrlxpWhwC/M9rbznYywxyEZzgsgYjPoTit+vTPNFKUoQKUpQClKUApSlAeZJAoLMQFAJJJwABuSSdgAKqT3EnEfcLxWRzhlJSS6HLIPOKA77jDPsfCOeXtLm6nWzB+oRRLdYz9YCSIoSfusVLN6ADk1TijQPXkB5Csm0VreyjXQo39pmK1so4ECIiqByVRgD5dT59a1OG8TE7TKBpaGQxlT8FZW9AysCKj+P8ZdGWC2RZbqQFlVjhY05GWYjkmdgObHYcjiK7KWElrxOUTy97JeW6yF9IUNJE2llQAAKoR02O9ZVG6zNTlZ5Et2rt3MImiQvNbOJo1GcvjKyIANyWiZ1A8yKleA8Zhuo9cMiuBscEZU4zpdeasPI1sTLg/Heojhtq8V9O4X6meKMlsrgTIWUjTnUSyFTnGPCepqsXo9CZLVEvMPEahrntDFGzw3kfdRHwiWQAwyqdsF+SnBwUcDrjUN6mZ/eNRr8UtzKbdpY+9GCYmYaiDuPCefTl6VCyfIs80ax7KrFl+HStaMd9CYaFjj7UDeEHluuk1DcQ9pTWTrDxC0kDEZWWAhkl6MUVyCuNvCSSM+WCbgDjltVa7f2KSWwkkTX3MiORy1IWEcq59Y2b8dPlXeltElKzONShFq5Y+Cdpba6H1EqlhsY28MinyaNsMOR6YONqlq4FxTgwhnktplLmAju5D7zRnxRurjBDYGCR9pWqw8K7YXluBhvpcQ5pKcSgb+5N9o/pg5x71eiuVzC4dx1yqJxS0jtA8NwB9BmcmNyMrA8h8UUoxtGXZirnYZ0nGFJs3Z3tDBex64GOR78bDDxnykTofXkehNb91EkimOQKyuCpRsEMvUEHmMGqVIKasxCbg7lY7K2MsELQykMscjCEjOe52ZAxbmV1MoxthVqet+dVq47ETCIxW/ELiKNAe5TCnQeaK8mNbxqRjTz07ZNbXZrjf0hWDL3dxCdE8R5xv+9GwSrDYj4GvPq0ZQ9pm+nVjPJEhxO9SGOSWQ6UjUsx8gB+30ribe0KYzvdQga2RkBmQMtsCRp+jdSxXZifeJ5YAFdO9pMJfht0ASPCGOBnwh1Zv9UGuP8AEOEWypuujorLnVq6YH2j6VNC1rlpxcv6REhAMsY5CN8uYzgb6jtjwjJJ2AG9dX9l90Bwy5Yn6tJJSGJ2C92jt8ACWP41VH4TIwljuzJauYVa3gwO+umclEAyfD4wNS41KM5wMmr9Jwj6Jwp7fw95MvcsUUAGWciHwquBhdYA9FGavVzSXeykWr5ckXDstbGOytIzjKW8SnHLIjUHH4ipSviqBsNgNgB5egr7W884UpShApSozjfaC2tO7+kzLEJGKoWzuQMncA4A8zgbjzoCTpVHbtW11KkdvKLeOTV3UhTVJcad2MIbwRpp3BcEtzC4GT54r9MsFNyty92g3lgn0AlTsO4aKMaZNWAFxg5PXFcnWgnY7KjJq5eqUHy//elK6nEonZ7jkIW5uJpYozJcy51uq6QjdxGNz9yNfiSfOsv+MT3PhsEaTJx9JdSsKdCV1YacjyUYP3sVgbs/Z3N27C3hEdrIV2jX624YB5GkOnLBNQGnJGrVnkKs13xGG3TVI6RqMDU7BR6Dc/qrzKtlN6np023BaGrwbgaWqHxNJK51SSvu8jcssfIAYCjYAAVVu0N1cXMyPYiPRYu0rTM2A8oUq0CHy0OQze6DtzFb89/LxEaLXXHbttJdEFGdeq2ykZ8Q27wgAZ2yawcasBJ3fDLYd1CFDXBQ40QZIEY5+ORgdz9kMd81CyldkvNWRYOznaKDiFus0DejIfeRuqsP39a3qqLxL9NLWFq0k0MRgkYMsUA91lSRyCXdcDwqCRkZ9JtOzs84P02bCEY7i2LRr/bmyJJOnLQOeQatwJTd1kirrRgrPNn3jPGkg0g6pJX2igTxSSkfdXyA3LHYDJNY+F9kUkjduIxQzTTP3jAqGWLwiNY42IzhVUb9Tk1K8G7O29qWaGPDv78jMzu3lqkkJYj0zUrWujQVP+zJVrueS5HFvaLLd8MuoVsJZVhkjLBJHEiBlbxKglyVAXRt/O261tcK7TPxKNVujbWsCOj3DtOoZtL5WLu3IMetkGScjTy54roHbTs0t9b92TpkQ64X+6+Mb+akbEeXqBXBr6w0yGK5h7uZeaOBnHmp+2pxsw2NWdKLd9SYVHa1yzdtOJLPxLvYTrgeIQrKASjSoWdgj4w2Ax5bHfnitVWwciq/wm01TAx6jHEGyM5QO22FHIHBYnHmKn6701aNiGZk98SRs0My+7Ihww9D0ddvcbIPlWDivEXv7lmuVMc0EMSI6MR4gzuZoiMactpPpyzQV6fSSrEeJQQG9DsQfP4HqAas4pg6V2T7fW86JFcSpDdABXR/AHPLVEzeFg3MAHI5YrZ7X8MwrX1sQtxDGWOPduIlGoxy74IwDpbmp9K47xm07yJgFDMMFQccwR1PnWKGztZ8x92YZcboMoRzGRjwuNzvvsfWucoXyZCVndHTuCdt7W6RY5wbeSVPyU2yyKyjeOQ+F1IbHMNz2qFm9mOkuIpY5UZNEffq5aDyMbRsATvzIyMCo3sr2U+mQG3W50z25GuGdRNDIhyEkizhohjwkKdivIZFbB7DXVscizfB3L2F4642xtFKVJyDjbyPTFYeG4N4XY08RSXtF24NwSRWSa8mN1comhZCoVYwfeEagbFurHc46DaqR2z4vLeTRJasUEdyEh2BMk0Z1STFSN4YlVh5Ekk8gKiuOccjTw3M/FBsGa2cGM6cEYckKdOcg+LHxrpnsu4LHHAJx3Jd/AohkWRIIgTiJZFJDPklnYHxMTuQBUQg08UiZTVsKK7wn2k3jRxvJawPqCt4JnQlSAfdZGAO561mm9qRmixaW0iT50O0wUxwsPf3VtUpHIDAzty5VzzglxIvD1aNS7hW0j+2wHxwOnXGBW7wNPCXD6+8OstsMkgDZenLGK9BRvYy4UdP9nHHZp/pENzL3ksTKysVVS0TrscJts4ccvKrnXD4y8cqXEDaJo/dbGQy9UkXI1IfmOYIIrrHZXj6XsAlVSjAlJIyQTG45jI5g5BB2yCDgcqNWKSWpm49xlbVFdo5JS7iNEjALM5BYAamAAwpOSa53xeyvrviEMs1mVjR1VAWR40tmVluBLhjqlcEDABUYAyeZuvb4MLKSVBl7crcD17tgzjODpzHrXPTNVnjHau6hhWaGJJ4wuXQ5VyCAQykZ5DOVx19Ky15yTSWp2oRi1dkTYWt3HcyWtvFCxtCHhmnc4WGQMI1AVSxYLrTPku9Tt92Rurj+WXz6cq6RwRrGqSL7pySzOA3iwTzwdsVB8C7Y6LqR7uNhLdRxNAkAaYmNQ5CYXfXlmbOMHJ32qyRcRvrn8nb/REOD3twQ0hXn4bdfdb9NtvWsssSd+Xz/wB/walZomOw/FJZ7b/pG80MjwSsBgO8Z0612GzDB2A3JpUVwzjEVjcXUV3IsUc0n0mCRyFVgwVZE1EAalcZwdyGHka+16EJJxTME4NSaseOOcBis7a5na7ukhXvZu6SREGt2LaVcJr8TtpGWO7Co7gXZWztQJb6WKS50hpJLiQOEO5xH3pyFBJGo7nGa6HdWySIySKrowwysAQw8iDzrQs+zdnFgxWtuhByCsSAg8sg4yKpUpYuTsXhWw88yuTds0nY2/DNM82MmQg9zEucanfbX6KmcnbbBrzFotka1smNzeu2qVyc6XbAaa4I2jVQchDgkLpXqRYOKdnI55FkLzRsE7rEUhjBTVq0nTvzPMEHyxW9wzhsNugjgjSNB9lRj8T5n1O9UWz5/Iu9oyy5njgfC0tYI4Y8kIN2PvOx3Z3PVmYkn41vUpWkyilKUAqO43wG3u00XMKSjBA1Ddc/dYeJfwIqRpQkoMvsvjXAt7qeFByjISRR5AFl1Y+JNaM/s8vAPDc28u3J4XTJ+Ku2M+eNvKumUoTiZxLjnC57MBruDTHqC99G4eME7DUdnQE4GWUDfnWubcHcH99dynhV1KuoZWGGVgCCOoIOxFck7Vdnf8HyqY8m0mbSgP8Am8h3Eeesbb6T0IwembKT1LqVyEeEj1rR4a4NzLqOGVFVFPMofEzL0IJwNvu71NVHcT4er4O4K7qy+8h8wau0WN1bp7eWO6hGZITkrv8AWxHZ4zjnkbj+cAav7e1Cxa1aeFmkkAAW2I0zM7EKqhN8jJGWXUPidq5lw6+bUIpsd5zVhssg648mHVfxG3K4+zZ4zI1pMFcozT22tQdMZ3dYzjwlHycc8MOnLPWin7RZM57xG/muLiWW6yLgnS6EEd0BsI1U+6oHz3O+am+wPCp9Vzd205tu6XQCACksgBdhKh2ZVUjfmC2c7Vh9piRS8RbSMGKJEkZcqWc5fDEe9hCn7Om0dwrjb2sE9oi5iuwUTH+SlcCNjvzQpvjzFWd3TVkRqb/AExbxebLrPxbxn/arDEohn0DZJQWUfdYY1gDoDkN8dXnW1f3giCqo1O2yLyzjqT0UdTWrw3hoDd45LyHm5+eFB91fQV17kiCULAczXvgHHDYXIlz9Q5VLhf5nJZB/OQnfzXV6YiOMylZITnAL6WHnqDBen3sVkdQQQRkHYjzB2o88gdx45Y/SLa4hDAGaGSMNzA1oUB9RvmqDwq51xgMNMifVyx7ZjkXZ1OOmeXQggjY1OezDi5ls+6ckvanuWZiN0A1Rsf8ARkAk9Vaqlb9ooLzidy9spCCNVkY4xK6OVSRQOYKHGSc4C7eWPaY3jfuLUHaViE7Gy29hxBvpMixkLMuX2wC0RiCnJ8BiVseR1CulntvZEoiXEbmQhVWLMhyc4yEBKjbmcY2zXP8At7wcSIs/dd4YwyuF97u2U+JfNkbDAfGrH2V7dcOjsYdU0cZSNEdMNqDBQDiNVyw2zqAIx1rNNYliNMXhyM/aTs+eLTNbMzRW9tpZnCjLzsMqFJz4FjY55bsPKvlTXY6YzzXF3GGFtMkQiLAqZGTWGkVDuFIZFDHBOjljFK2UYJQVzJVqPGy1UpSupwFKUoBSlKAUpSgFKUoBSlKAVqcV4dHcRPDMoeNxhgfmCD0YHBBG4IBrbpQk4rd2L28slvKcvHuG/ORHPdyfEgEEdGVvSvFXj2n8PHcpdAeKBsOephchWH9ltD/BWxzqj10izqndEZxOxDqVOQOYYc1Ybgg+YNa8V42qMsxhuYjmKYHCu3LAPk3JkPPpmpqteeyRwVYZU8xRq5JXBNI0kpnAWZ5HkcDllmJyvmnQbnlWW0I75SxwsStKx8ttIz8yfwr3xPhhRR4maNfdfm8H75IvNeYHwqP4EDO0iHfLL3hX3e7TJABPPW3THIGq4rLCLZ3JzhkbSEyyDDPyH3E+yvx6n1+FS4FFGOVfaulYEN2g90H7skZ/11rYrU7SviKRgM40n5Mp/dWyhbLLIhjkRirxtzRhzB8+hB6jB61GoNOw4hI888MMrxxPGFnCnHegNjC7bfaUsDkjIqR4EVt7t2xhHaOInYAd4n1XqQGgZfTV1rQ4WoW4k0gBFQL/AGyTIcfgR86lZJUjcSSoJLd17q5QgnMJIIcAb6o2GoEbgFsVynDFBlk7Ms/aaxuUhWaGdIvHHHoaINqMkqRA6iRpxqzjHSphPZ6HyLq6llU7FEVIVZcEaXKDWQRzwwzVV7UWlvGtkDezTlp4Wto3kR1AMqZkLImp1EZYAsTzrsJrhRppLMVqjbyMcMQVQqgKqgAAbAAbAAeWKV7pWgzClKUApSlAKUpQClKUApSlAVv2g3lxDZPJakiQPGCVALaDIqtoDArnDczsBk1zW4urt/E44uxGfAolXcnfBj0qR8Djbaun9vlJ4ddFWKlY+8yPJCJD08lNZrV8opHIgUUbs6ReRy6HifELQrOi3fdqR3kVzMrK6EjKqrO0gc6tjkYPPyPahVF7SHJiTAOueFMHkcypn47AnFXo0tZ2Ika/ELNZopIn92RGRvgwKn9tcUttQBR/ykbNFJ+mh0t+BIz8CK7nXLvaLYdzexzLpEdzGQ/T66P7R8y0bAf6OpTsxB6EHSlK6nQVWra47iPMSoDNPLgtnSAGIA2xvhdhnzqy1FcORW7+FlDKkpOlhnwv9YNuXNmxVZcwbnDbrvY1fGM52+BK7HqNsg+VbNfFUAAAAAbADYAegr7VkCK4+Pqpv6pv9k10H2m9nkwb+FQHXAnIIw8OMCQ+bJtuNyuRvgYot+gbUp6rp+YrrPZyZb/hcXeA4nt+6kGCN9Jikx1HiDY38q5z5lW7ZnH44ArORnLkEjO2QMbD4AfKsuanV9nnEVIjDWzqNu+Z3G3QtHozqx0Bx61NcO9l+WBu7kyp1ijj7tW8wz62Yr6DT+upxonEiA9nfZFJrlLhUVILeTWG0D62YZAVD91DuT54A3Bx2WsVrbpGixxqERAFVVGAoGwAA5CstUOcndilKUKilKUApSlAKUpQClKie1PH47G2kuZQxVMeFebMSFAGduZ5/GgJaojjnaOC12kYtIRlYYxqkb4IOQz9psKOpFc7u+3r3aANcQWKHdliuFeVhj3TLsIxv9kauW46+eGT2iKe4khwT4iJFJZvN2ySzb8yc1krbUoZRVzbR2Nzzk7InL7tfdSwyqLBF1oygNd+LDAjJVYSufTV+NSPYi/76xt366ArejL4WB9QQar30+L87H/31/jUVaa7fUtnfpDGzFzGyxyhWPPQWYFR6ZNc9n213fE+h3rbGklw/qSna7jZgu7PSglYO8vdl9AbSjKCX0tsC4OMcwOVSdr23vSuprKAg8lFyyn47wkYqCs+GEy9/PL38+NIfSFCpnOFjU45753NSmK519ueL3fI6Uthi4+85m+vbW662EePS8/+vUR2+4tLdwJHFaMXWVZAxkjwAMhhksCCysRtnrms+KVx/H1fkdfwFL5lKhgvetqw+E0R/awr3G9z1tZf/DP/ABirlSr/AJjV7kR+Ap97KY966+/BMvxiY/rTUD+BqMfiSx3BcpIoePB1RuoLKcrzXJOCR8q6NX3NXW8paxKvYI6SOY8L7SOWUTAYYHcI66COQOcgg1JS8fiGxkVT65/eKvma8soPMA/GrLeTX7epH4D+XQ58eNQfnV+ddD9lPaq3MD27zxq0cjGPVIo1o5MvhBbJ0ksDsMbV47pfIfIV8MK/dHyFHvG/7epV7vuv1dPU6FFxKFiFWaJieQEiknrsAa2O8HmPnXK34RbnGYIjg5H1a8/lWKTs/anObeHf+jX+FT+YR+E5vdsviOtilcJ7V8Mit7VpIdcLoVEZjkddLFxuAGxnmeX667sFxtnONsnr8a10ayqq6Mdeg6Ls2KUpXU4ClKUApSlAKUpQCq17RVBsWyM/XW3/AJmIfsJqy1H8f4Ql3A8EjOiuVOqMgMpV1kUqSCAdSDpUSV1YtF2aZV5uHxMctFGx8yin9ZFeP8FQfmIv7tf4Vo8a4Pc29xbwwXrsjxyuxnjjkYd2YlAyqoSCZlzk52O9YZBxMHwmxYY5kToc422BbbOOu/pzrwalGVOWFy6n0dKvCpHEo9Dc/wAXbTVq+iwas5z3Sc+eeVe5+A2r4128LY5ZiT+FaSXl+mO8toZeWTBMQc+YWZQMZ/nbete141NvqsbkH+aYGHz70VW1Tv6nS9PVdDIey9n0toR6qgU/gVwRWL/FS36d8PQXE4A+AEmAK2ZuMhcAwXO/3YS3z0E4rA/ai3X3jKu+MtbzqAfUtGAPxouL8yPc62+h5XsxGBgTXOB/TtWGbsw2/d3lymejFJANumtM89+db8HaG1c4W5hJ8u8UH8VJyK2f8Jw/nov7xf40xVV/wnBRfL6kH/ga9AGLuFz1L25X1+zL/CsU9hxIHwNZMPNhMp+Q1ftq0xyBt1IIO+Qc7fhXqo4r1S8ieDHRvzKwlrxDAyloT1xLKM/AGI4+dYpJrxMarPXtzinRt/VXCED51bKVHEXwrr9yeD3SfT7FVS9nxlrG4HwMJ+f1ox8q8PxnSCXtrtMHBzAx/WmQR6g1baUxx+EjhS+IqEfH4zzjuV+NtL+5DWVOMxE4xMPU28wH4kxgCrVTNMUe7r6Dhz7+nqVL/GC2/Oj5N/CidobUjP0iIeWpgufhqxn8Ktua8NGCMEAjlgimKHc/P0GCfevL1Oc9oruK6lt4FIkj1q8hU5G7d0o1Kdju/LfYV3k1+e+3tsq3RijURiRYB9WAv+UldmGOuF5/Cuvezzi0lzZq0x1SRu8TP9/SdmI6EgjPrmvY2SyjZHh7am53f9FlpSlazCKUpQClKUApSlAKUpQFV7ZOFuLE48TPNHnyUxGQ/HLQp+qsVYO3dtm94XJn3XuUx564C2fw7r9dZ68beHa+B7+7Ox8RSlKwHpClKVIMcsCsCGVWB5ggHPxzUfL2dtGJLWsBJ6mJP4VKUqVOS5Mq4RfNEOey1nnItolOMeFdO3roxmvC9mowSUmukz0FzIcfDWTU3SrcWfeV4UO4g04DIq4F9d9cFjC3zJiyfnX36JfL7tzDIP6W3IPzikUH5CpulOLLX6IjhR0v5she7v8A85Z/3Mv/AM1eCOIhh/InXG/5aM59D4xip2lOJ8l5DhfN+ZCG/vFxqtEfzMVyPwIWVE2/HPpXyLjk2+qwuR8GhP8A6oqcpTHH4fr9xw5aSfT7EKnaJSSpt7sMOY7hjj8Vyp+IJFYj2vtwMyCeMZx47aYZ+SEVP0FSnB6dfQhxqL93T1OTcZ4lFd8RWaBi8aQBdWllw+ptsMBvh/211H2SSA2kyjmtzJkeWQjD9RBrlPAUAt4gPug/id/310v2QOdN6vQTIw+LRKD/ALAr1qFlPCtFY8XabunierudCpSlbTzhSlKAUpSgFKUoBSlKAqfbJlNzYIc6gZ5RsMELGIiDv/Tg/ga8V57Yfy+w/qrv/l69V4u39r4H0G7F7nxFKUrCeiKUpQClKUApSlAKUpQClKUApSlAK+E4519r4y52O4O2KlEPkck4N/J4v0F/ZXR/ZD/nv9ZF/u651whcQxjIOFAyOR26eldJ9kUXhvG85kXH6MSt/wAf6q9mh2jPC2nsl4HQKUpW48wUpSgFKUoBSlKAUpSgKd2w/l9h/VXf/L16rz2w/l1h/VXf/L16rxdv7XwPod29j4ilKVhPQFKUoBSlKAUpSgFKUoBSlKAUpSgFfHGQQDg45+XrvX2lSiHyOR8F/IRfoL+yuoeyT8jd/wDaB/uYa5bwFs28X6OPlt+yujeyOUa71OuYX9MFXQfjlD+qvZodozwtp7FeB0elKVuPMFKUoBSlKAUpSgFKUoCr9q+HSPc2kyoWSJJ1cqMlTJ3WnwjcjwNuBtWDS35uX+6k/wDbVvpWWtskassTZtobdOjHCkioFW5lJAPWNx+1axvMo94hc9G2PyNXOma4Pd0NGzQt6z1iimGZdvEu+43G49K+pIDyIPwOauLIDzAPxrHJbIwwyKR5FQR8iKr+W/y6F/zV/D19Cq0qzLw6EHIijBHIhF2+G1fG4ZCSSY0yeukA+XMbg1V7tekuhZb1WsepWqVZE4PCu4U/izH9TE1rNwOHPJ/72T9geqPd8+9F1vSn3MhKVK3vC444pGUNqCkjLu2PwZiKrCXT778lc8hzCkjp5iqy2CotUdI7xpvKz6fckqVV24vNgePqfsr6elTPBblpEJc5OojkBtgeXxrNOk4q7NUK0ZOyN+lRvG7po1UocEtjkD09asfZvh0ctrDJIGLvGrMdbjJIBOysAPgBXWhssquaZx2ja40XZojq+E+dWQcGhG+jOPvMzD5MSK9rw6EEERRgjcEIux9Nq0x3c9ZGSW9Y6R6nAezkDyQRCNGc6B7iluXhPIdDtXRfZhw2aG4vDLFJGGjg0l0K6sNNnGRvjI+YroKKAAAAAOQGwH4V9rfCioyxXPOqbQ5xw2FKUrsZj//Z"/>
          <p:cNvSpPr>
            <a:spLocks noChangeAspect="1" noChangeArrowheads="1"/>
          </p:cNvSpPr>
          <p:nvPr/>
        </p:nvSpPr>
        <p:spPr bwMode="auto">
          <a:xfrm>
            <a:off x="-61913" y="-136525"/>
            <a:ext cx="304801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17418" name="AutoShape 10" descr="data:image/jpeg;base64,/9j/4AAQSkZJRgABAQAAAQABAAD/2wCEAAkGBxQTEhQUEhQWFRUWGBwXGBcYFxscHhcYIBwcFxocFxgYHCggGBolHBcaIjIhJSkrLi4wHx8zODMtNygtMSsBCgoKDg0OGhAQGjgkICQtMiwsLCwsLCwtLCwsLCwsLCwsLCwuLCwsLCwsLCwsLCwsLCwsLCwsLCwsLCwsLCwsLP/AABEIANsA5gMBIgACEQEDEQH/xAAcAAEAAgMBAQEAAAAAAAAAAAAABQYDBAcCAQj/xABOEAACAQMCAwUEBQcGCgsAAAABAgMABBESIQUxQQYTIlFhBzJxkRQjQlKBM1NyobHB0TRiY3OCkxUWQ0SDorKzwsQkJXSSo7TD0tPk8P/EABoBAQADAQEBAAAAAAAAAAAAAAABAgQDBQb/xAA0EQACAQIDBQUGBgMAAAAAAAAAAQIDERIhQQQFEzGhM1GBkeEiI1JhsdEUFTJCYnHB8PH/2gAMAwEAAhEDEQA/AOwUpSuxmFKVH8Y4vHbqC5Jd8iOJd3lYfZjXqfM7BRuSBvS5KVyQpVW7D9qXvO/juIe4ngcqy7lWUEjKMfewRg4/mn7Qq00TuGrZMUpShApSlAKUpQCsV1cpGjSSMqIoyzMQAB5knlWj2k43HZwNNJk48KIOckh91F9SevTc9K5PxCe4vpNd0+pAdSW4/JReWR/lXH3m8zgCqymkXhByJvj3bqa4OmxYwwfnioMkvPeNXBCJywxGT5CqzNbNKQZJbiVhggvPKcEHORhgF3J5Yx0qaislXdt/jXia8C7IKzubZpUEiLNpIm6zXUeRjK3MwP63NTfB+215bsBcH6VBsCdIEyL1I0gCXzwcE486grWSW9m7m1IZh+UlOTHCvm2PeY4ICjng9AasHGuwLRwh7OWR5kALJK5ZZ8e8AD+Tc9MbdPURxMLs2Tw8S5HTeHX0c8STRMHjkUMrDqD6HcHoQdwcitiuY+yfjH1sluCdEqG4RTnKOGCTLjkMkgkbeINzya6dWqLujJJWdhSlKkqKUpQClKUApSlAKUpQClKUB5lkCgs2wAJJ8gNzVS7N2/fA38moyTjUgYk9zA2DHGgOyZUKzY5tnpirZNGGVlbkwIPwIwarHZC4CRizl8M1uqxOp2LKo0JKo6xuoByORyDuDWbar4cjVs1sTIW4glteKxXARDb3DrG75OpHdVhClc7h3SA5AwNJzjnXRKr/AGg4V30JQEA6leNiCQsiMHQkAgkalGcHlms3AOPictFIBFdR/lIck7ZIV4yQNcbAZBHLODg02apeNnzG0ws8SJqlKVpMopSlAKUpQHM/aTed5eRQ9IIu8I85JSyKfiqRnf8ApDUU04jUKu7da+9rm/6zvATkjucDUDpXulwMA+Hxajg455xvk6HCLE3V4LdmKRiIzOV2aQBgmhG+zzBJG+OWOdZqjzbZrprJWMX01pZDFErzyjmkYzp/TYkKg/SIqf4X2FlkOq9kCJ+YhY7/AKc2x/BcfGrEpisQILSzlbYNphiAU/Zy8zkKW2GcsWwQeWa05u0l0kojeziLNukaXkXekDckRuFLbZO3kazucn+nI0KEV+omOIXcNjb5CBUXCRxRru7nZI0UDdmOB+s+dalpxmK2SOK9u4FuCpdw0irgsS2BqOyLnSueYUc6+9rbdu7juEBZrV++0DcuulkkCjkXCOWX1AHU1Wezd6kDjWs1xqhdWiS1aRL53fvEujMcqdSELh/c8S5AFVpwU1myZzcXkjXl4TKnFJvo+pLa7h71riIkd0oIeVYpB4Q8jIN87B8irV2C42WYwSGUiRPpFsZiTJ3RIDxOSSS0bdSSSrKa89neCOtlJbzKsSymfTHGdXcxSlmCBiMMV1nfGK1b5BAkUkbhzZ3MIJBBYK5WCVXHRu6kBxtvpNdada0reByqUrxv4nQaUpW4wClKUApSlAKUpQClKUApSlAKjON8AgugvfKdSHKSIxR4z5pIhDD4Zwa1b/tTEjmKFJLqVTpZIACIyOYllYiOM/zS2r0rW7y/lIJeG2TOSsamZyPIySaVU/BD8fPnOrCPNnWFKcs0jWnkmsXhjlm763nkECO+BLHKwZkDsMLKpCEA4DZx72a2uL8Ct7nT38SuV919w6b5yki4ZdwDsar3FeBxfTbDWZJZDM8xkmfWQsUbEKgPhUa3jOlFGdOfs1ebiPqK8+q03ihkb6aaWGeZX+B3clvd/Q5pXljmRpLZ5DlwU/KQs53kwpV1Jyca8k4FW2qv2g4c8qI0LiOeF+9hdhldYBUq45lGVmU9RnPSvMXbZIxi/ils22BZkZ4SScDTPGCoBP39JHWtez1lKNm8zJXouMrpZFqpXiCZXVXRgysAysDkMDuCCOYIr3WkzClKUBzn2g8Bna7Se2geYSRFJQhXwmM5RjrYDJWRhjO+kfjShfd1LHNho5bWRWdHUq6o2BIrowyAYyT5bA5rvZriPamxm4gsNy9zDbyzrIkUbxFFMJfCxvcaTmTG+lt8k6QNzXGokuZopOT5aHWJHwpbngE/vqgXXAtNqLmcQd29n3pZAv0p+ISMsqGObSW2Y6UCtywMHarj2fSUW0K3CgSqgRxkMCV8OcjYhgAceta/DOzkMJUgySd3tEskhdYRvtEp2TAJAOMgbZxtWGnNU7m2cHOxJ8FaQxRd+AJTGveAchJpGrH9rNRlpwKW3adYJFEMuXjRlLd1MxyxGCMxEnUVyMHOCM1qcS4pexXbJFatcRtEroQ6xqjKX7wM7D8o2UAXl18yIztVxm77g98i2iONJ0yd9cOSDmO3RAqiTH2tRA59M1Ci34hteRYuyXGRew96Y3j8RXxA4fAB1xEgF4znZsDkdtqr/azgum8hlMkiW1xLFHdKhA1SBh9HdsqcKXCoxGNtPrUfJ29e3it2FmkVrJCWgZrhPGiYGhRGrKsmnHgYjfbORVnvrmPiPDJGi3WaF9BbYhgDp1Yzgq69M7jrVknTle2RVtTVrlxpWhwC/M9rbznYywxyEZzgsgYjPoTit+vTPNFKUoQKUpQClKUApSlAeZJAoLMQFAJJJwABuSSdgAKqT3EnEfcLxWRzhlJSS6HLIPOKA77jDPsfCOeXtLm6nWzB+oRRLdYz9YCSIoSfusVLN6ADk1TijQPXkB5Csm0VreyjXQo39pmK1so4ECIiqByVRgD5dT59a1OG8TE7TKBpaGQxlT8FZW9AysCKj+P8ZdGWC2RZbqQFlVjhY05GWYjkmdgObHYcjiK7KWElrxOUTy97JeW6yF9IUNJE2llQAAKoR02O9ZVG6zNTlZ5Et2rt3MImiQvNbOJo1GcvjKyIANyWiZ1A8yKleA8Zhuo9cMiuBscEZU4zpdeasPI1sTLg/Heojhtq8V9O4X6meKMlsrgTIWUjTnUSyFTnGPCepqsXo9CZLVEvMPEahrntDFGzw3kfdRHwiWQAwyqdsF+SnBwUcDrjUN6mZ/eNRr8UtzKbdpY+9GCYmYaiDuPCefTl6VCyfIs80ax7KrFl+HStaMd9CYaFjj7UDeEHluuk1DcQ9pTWTrDxC0kDEZWWAhkl6MUVyCuNvCSSM+WCbgDjltVa7f2KSWwkkTX3MiORy1IWEcq59Y2b8dPlXeltElKzONShFq5Y+Cdpba6H1EqlhsY28MinyaNsMOR6YONqlq4FxTgwhnktplLmAju5D7zRnxRurjBDYGCR9pWqw8K7YXluBhvpcQ5pKcSgb+5N9o/pg5x71eiuVzC4dx1yqJxS0jtA8NwB9BmcmNyMrA8h8UUoxtGXZirnYZ0nGFJs3Z3tDBex64GOR78bDDxnykTofXkehNb91EkimOQKyuCpRsEMvUEHmMGqVIKasxCbg7lY7K2MsELQykMscjCEjOe52ZAxbmV1MoxthVqet+dVq47ETCIxW/ELiKNAe5TCnQeaK8mNbxqRjTz07ZNbXZrjf0hWDL3dxCdE8R5xv+9GwSrDYj4GvPq0ZQ9pm+nVjPJEhxO9SGOSWQ6UjUsx8gB+30ribe0KYzvdQga2RkBmQMtsCRp+jdSxXZifeJ5YAFdO9pMJfht0ASPCGOBnwh1Zv9UGuP8AEOEWypuujorLnVq6YH2j6VNC1rlpxcv6REhAMsY5CN8uYzgb6jtjwjJJ2AG9dX9l90Bwy5Yn6tJJSGJ2C92jt8ACWP41VH4TIwljuzJauYVa3gwO+umclEAyfD4wNS41KM5wMmr9Jwj6Jwp7fw95MvcsUUAGWciHwquBhdYA9FGavVzSXeykWr5ckXDstbGOytIzjKW8SnHLIjUHH4ipSviqBsNgNgB5egr7W884UpShApSozjfaC2tO7+kzLEJGKoWzuQMncA4A8zgbjzoCTpVHbtW11KkdvKLeOTV3UhTVJcad2MIbwRpp3BcEtzC4GT54r9MsFNyty92g3lgn0AlTsO4aKMaZNWAFxg5PXFcnWgnY7KjJq5eqUHy//elK6nEonZ7jkIW5uJpYozJcy51uq6QjdxGNz9yNfiSfOsv+MT3PhsEaTJx9JdSsKdCV1YacjyUYP3sVgbs/Z3N27C3hEdrIV2jX624YB5GkOnLBNQGnJGrVnkKs13xGG3TVI6RqMDU7BR6Dc/qrzKtlN6np023BaGrwbgaWqHxNJK51SSvu8jcssfIAYCjYAAVVu0N1cXMyPYiPRYu0rTM2A8oUq0CHy0OQze6DtzFb89/LxEaLXXHbttJdEFGdeq2ykZ8Q27wgAZ2yawcasBJ3fDLYd1CFDXBQ40QZIEY5+ORgdz9kMd81CyldkvNWRYOznaKDiFus0DejIfeRuqsP39a3qqLxL9NLWFq0k0MRgkYMsUA91lSRyCXdcDwqCRkZ9JtOzs84P02bCEY7i2LRr/bmyJJOnLQOeQatwJTd1kirrRgrPNn3jPGkg0g6pJX2igTxSSkfdXyA3LHYDJNY+F9kUkjduIxQzTTP3jAqGWLwiNY42IzhVUb9Tk1K8G7O29qWaGPDv78jMzu3lqkkJYj0zUrWujQVP+zJVrueS5HFvaLLd8MuoVsJZVhkjLBJHEiBlbxKglyVAXRt/O261tcK7TPxKNVujbWsCOj3DtOoZtL5WLu3IMetkGScjTy54roHbTs0t9b92TpkQ64X+6+Mb+akbEeXqBXBr6w0yGK5h7uZeaOBnHmp+2pxsw2NWdKLd9SYVHa1yzdtOJLPxLvYTrgeIQrKASjSoWdgj4w2Ax5bHfnitVWwciq/wm01TAx6jHEGyM5QO22FHIHBYnHmKn6701aNiGZk98SRs0My+7Ihww9D0ddvcbIPlWDivEXv7lmuVMc0EMSI6MR4gzuZoiMactpPpyzQV6fSSrEeJQQG9DsQfP4HqAas4pg6V2T7fW86JFcSpDdABXR/AHPLVEzeFg3MAHI5YrZ7X8MwrX1sQtxDGWOPduIlGoxy74IwDpbmp9K47xm07yJgFDMMFQccwR1PnWKGztZ8x92YZcboMoRzGRjwuNzvvsfWucoXyZCVndHTuCdt7W6RY5wbeSVPyU2yyKyjeOQ+F1IbHMNz2qFm9mOkuIpY5UZNEffq5aDyMbRsATvzIyMCo3sr2U+mQG3W50z25GuGdRNDIhyEkizhohjwkKdivIZFbB7DXVscizfB3L2F4642xtFKVJyDjbyPTFYeG4N4XY08RSXtF24NwSRWSa8mN1comhZCoVYwfeEagbFurHc46DaqR2z4vLeTRJasUEdyEh2BMk0Z1STFSN4YlVh5Ekk8gKiuOccjTw3M/FBsGa2cGM6cEYckKdOcg+LHxrpnsu4LHHAJx3Jd/AohkWRIIgTiJZFJDPklnYHxMTuQBUQg08UiZTVsKK7wn2k3jRxvJawPqCt4JnQlSAfdZGAO561mm9qRmixaW0iT50O0wUxwsPf3VtUpHIDAzty5VzzglxIvD1aNS7hW0j+2wHxwOnXGBW7wNPCXD6+8OstsMkgDZenLGK9BRvYy4UdP9nHHZp/pENzL3ksTKysVVS0TrscJts4ccvKrnXD4y8cqXEDaJo/dbGQy9UkXI1IfmOYIIrrHZXj6XsAlVSjAlJIyQTG45jI5g5BB2yCDgcqNWKSWpm49xlbVFdo5JS7iNEjALM5BYAamAAwpOSa53xeyvrviEMs1mVjR1VAWR40tmVluBLhjqlcEDABUYAyeZuvb4MLKSVBl7crcD17tgzjODpzHrXPTNVnjHau6hhWaGJJ4wuXQ5VyCAQykZ5DOVx19Ky15yTSWp2oRi1dkTYWt3HcyWtvFCxtCHhmnc4WGQMI1AVSxYLrTPku9Tt92Rurj+WXz6cq6RwRrGqSL7pySzOA3iwTzwdsVB8C7Y6LqR7uNhLdRxNAkAaYmNQ5CYXfXlmbOMHJ32qyRcRvrn8nb/REOD3twQ0hXn4bdfdb9NtvWsssSd+Xz/wB/walZomOw/FJZ7b/pG80MjwSsBgO8Z0612GzDB2A3JpUVwzjEVjcXUV3IsUc0n0mCRyFVgwVZE1EAalcZwdyGHka+16EJJxTME4NSaseOOcBis7a5na7ukhXvZu6SREGt2LaVcJr8TtpGWO7Co7gXZWztQJb6WKS50hpJLiQOEO5xH3pyFBJGo7nGa6HdWySIySKrowwysAQw8iDzrQs+zdnFgxWtuhByCsSAg8sg4yKpUpYuTsXhWw88yuTds0nY2/DNM82MmQg9zEucanfbX6KmcnbbBrzFotka1smNzeu2qVyc6XbAaa4I2jVQchDgkLpXqRYOKdnI55FkLzRsE7rEUhjBTVq0nTvzPMEHyxW9wzhsNugjgjSNB9lRj8T5n1O9UWz5/Iu9oyy5njgfC0tYI4Y8kIN2PvOx3Z3PVmYkn41vUpWkyilKUAqO43wG3u00XMKSjBA1Ddc/dYeJfwIqRpQkoMvsvjXAt7qeFByjISRR5AFl1Y+JNaM/s8vAPDc28u3J4XTJ+Ku2M+eNvKumUoTiZxLjnC57MBruDTHqC99G4eME7DUdnQE4GWUDfnWubcHcH99dynhV1KuoZWGGVgCCOoIOxFck7Vdnf8HyqY8m0mbSgP8Am8h3Eeesbb6T0IwembKT1LqVyEeEj1rR4a4NzLqOGVFVFPMofEzL0IJwNvu71NVHcT4er4O4K7qy+8h8wau0WN1bp7eWO6hGZITkrv8AWxHZ4zjnkbj+cAav7e1Cxa1aeFmkkAAW2I0zM7EKqhN8jJGWXUPidq5lw6+bUIpsd5zVhssg648mHVfxG3K4+zZ4zI1pMFcozT22tQdMZ3dYzjwlHycc8MOnLPWin7RZM57xG/muLiWW6yLgnS6EEd0BsI1U+6oHz3O+am+wPCp9Vzd205tu6XQCACksgBdhKh2ZVUjfmC2c7Vh9piRS8RbSMGKJEkZcqWc5fDEe9hCn7Om0dwrjb2sE9oi5iuwUTH+SlcCNjvzQpvjzFWd3TVkRqb/AExbxebLrPxbxn/arDEohn0DZJQWUfdYY1gDoDkN8dXnW1f3giCqo1O2yLyzjqT0UdTWrw3hoDd45LyHm5+eFB91fQV17kiCULAczXvgHHDYXIlz9Q5VLhf5nJZB/OQnfzXV6YiOMylZITnAL6WHnqDBen3sVkdQQQRkHYjzB2o88gdx45Y/SLa4hDAGaGSMNzA1oUB9RvmqDwq51xgMNMifVyx7ZjkXZ1OOmeXQggjY1OezDi5ls+6ckvanuWZiN0A1Rsf8ARkAk9Vaqlb9ooLzidy9spCCNVkY4xK6OVSRQOYKHGSc4C7eWPaY3jfuLUHaViE7Gy29hxBvpMixkLMuX2wC0RiCnJ8BiVseR1CulntvZEoiXEbmQhVWLMhyc4yEBKjbmcY2zXP8At7wcSIs/dd4YwyuF97u2U+JfNkbDAfGrH2V7dcOjsYdU0cZSNEdMNqDBQDiNVyw2zqAIx1rNNYliNMXhyM/aTs+eLTNbMzRW9tpZnCjLzsMqFJz4FjY55bsPKvlTXY6YzzXF3GGFtMkQiLAqZGTWGkVDuFIZFDHBOjljFK2UYJQVzJVqPGy1UpSupwFKUoBSlKAUpSgFKUoBSlKAVqcV4dHcRPDMoeNxhgfmCD0YHBBG4IBrbpQk4rd2L28slvKcvHuG/ORHPdyfEgEEdGVvSvFXj2n8PHcpdAeKBsOephchWH9ltD/BWxzqj10izqndEZxOxDqVOQOYYc1Ybgg+YNa8V42qMsxhuYjmKYHCu3LAPk3JkPPpmpqteeyRwVYZU8xRq5JXBNI0kpnAWZ5HkcDllmJyvmnQbnlWW0I75SxwsStKx8ttIz8yfwr3xPhhRR4maNfdfm8H75IvNeYHwqP4EDO0iHfLL3hX3e7TJABPPW3THIGq4rLCLZ3JzhkbSEyyDDPyH3E+yvx6n1+FS4FFGOVfaulYEN2g90H7skZ/11rYrU7SviKRgM40n5Mp/dWyhbLLIhjkRirxtzRhzB8+hB6jB61GoNOw4hI888MMrxxPGFnCnHegNjC7bfaUsDkjIqR4EVt7t2xhHaOInYAd4n1XqQGgZfTV1rQ4WoW4k0gBFQL/AGyTIcfgR86lZJUjcSSoJLd17q5QgnMJIIcAb6o2GoEbgFsVynDFBlk7Ms/aaxuUhWaGdIvHHHoaINqMkqRA6iRpxqzjHSphPZ6HyLq6llU7FEVIVZcEaXKDWQRzwwzVV7UWlvGtkDezTlp4Wto3kR1AMqZkLImp1EZYAsTzrsJrhRppLMVqjbyMcMQVQqgKqgAAbAAbAAeWKV7pWgzClKUApSlAKUpQClKUApSlAVv2g3lxDZPJakiQPGCVALaDIqtoDArnDczsBk1zW4urt/E44uxGfAolXcnfBj0qR8Djbaun9vlJ4ddFWKlY+8yPJCJD08lNZrV8opHIgUUbs6ReRy6HifELQrOi3fdqR3kVzMrK6EjKqrO0gc6tjkYPPyPahVF7SHJiTAOueFMHkcypn47AnFXo0tZ2Ika/ELNZopIn92RGRvgwKn9tcUttQBR/ykbNFJ+mh0t+BIz8CK7nXLvaLYdzexzLpEdzGQ/T66P7R8y0bAf6OpTsxB6EHSlK6nQVWra47iPMSoDNPLgtnSAGIA2xvhdhnzqy1FcORW7+FlDKkpOlhnwv9YNuXNmxVZcwbnDbrvY1fGM52+BK7HqNsg+VbNfFUAAAAAbADYAegr7VkCK4+Pqpv6pv9k10H2m9nkwb+FQHXAnIIw8OMCQ+bJtuNyuRvgYot+gbUp6rp+YrrPZyZb/hcXeA4nt+6kGCN9Jikx1HiDY38q5z5lW7ZnH44ArORnLkEjO2QMbD4AfKsuanV9nnEVIjDWzqNu+Z3G3QtHozqx0Bx61NcO9l+WBu7kyp1ijj7tW8wz62Yr6DT+upxonEiA9nfZFJrlLhUVILeTWG0D62YZAVD91DuT54A3Bx2WsVrbpGixxqERAFVVGAoGwAA5CstUOcndilKUKilKUApSlAKUpQClKie1PH47G2kuZQxVMeFebMSFAGduZ5/GgJaojjnaOC12kYtIRlYYxqkb4IOQz9psKOpFc7u+3r3aANcQWKHdliuFeVhj3TLsIxv9kauW46+eGT2iKe4khwT4iJFJZvN2ySzb8yc1krbUoZRVzbR2Nzzk7InL7tfdSwyqLBF1oygNd+LDAjJVYSufTV+NSPYi/76xt366ArejL4WB9QQar30+L87H/31/jUVaa7fUtnfpDGzFzGyxyhWPPQWYFR6ZNc9n213fE+h3rbGklw/qSna7jZgu7PSglYO8vdl9AbSjKCX0tsC4OMcwOVSdr23vSuprKAg8lFyyn47wkYqCs+GEy9/PL38+NIfSFCpnOFjU45753NSmK519ueL3fI6Uthi4+85m+vbW662EePS8/+vUR2+4tLdwJHFaMXWVZAxkjwAMhhksCCysRtnrms+KVx/H1fkdfwFL5lKhgvetqw+E0R/awr3G9z1tZf/DP/ABirlSr/AJjV7kR+Ap97KY966+/BMvxiY/rTUD+BqMfiSx3BcpIoePB1RuoLKcrzXJOCR8q6NX3NXW8paxKvYI6SOY8L7SOWUTAYYHcI66COQOcgg1JS8fiGxkVT65/eKvma8soPMA/GrLeTX7epH4D+XQ58eNQfnV+ddD9lPaq3MD27zxq0cjGPVIo1o5MvhBbJ0ksDsMbV47pfIfIV8MK/dHyFHvG/7epV7vuv1dPU6FFxKFiFWaJieQEiknrsAa2O8HmPnXK34RbnGYIjg5H1a8/lWKTs/anObeHf+jX+FT+YR+E5vdsviOtilcJ7V8Mit7VpIdcLoVEZjkddLFxuAGxnmeX667sFxtnONsnr8a10ayqq6Mdeg6Ls2KUpXU4ClKUApSlAKUpQCq17RVBsWyM/XW3/AJmIfsJqy1H8f4Ql3A8EjOiuVOqMgMpV1kUqSCAdSDpUSV1YtF2aZV5uHxMctFGx8yin9ZFeP8FQfmIv7tf4Vo8a4Pc29xbwwXrsjxyuxnjjkYd2YlAyqoSCZlzk52O9YZBxMHwmxYY5kToc422BbbOOu/pzrwalGVOWFy6n0dKvCpHEo9Dc/wAXbTVq+iwas5z3Sc+eeVe5+A2r4128LY5ZiT+FaSXl+mO8toZeWTBMQc+YWZQMZ/nbete141NvqsbkH+aYGHz70VW1Tv6nS9PVdDIey9n0toR6qgU/gVwRWL/FS36d8PQXE4A+AEmAK2ZuMhcAwXO/3YS3z0E4rA/ai3X3jKu+MtbzqAfUtGAPxouL8yPc62+h5XsxGBgTXOB/TtWGbsw2/d3lymejFJANumtM89+db8HaG1c4W5hJ8u8UH8VJyK2f8Jw/nov7xf40xVV/wnBRfL6kH/ga9AGLuFz1L25X1+zL/CsU9hxIHwNZMPNhMp+Q1ftq0xyBt1IIO+Qc7fhXqo4r1S8ieDHRvzKwlrxDAyloT1xLKM/AGI4+dYpJrxMarPXtzinRt/VXCED51bKVHEXwrr9yeD3SfT7FVS9nxlrG4HwMJ+f1ox8q8PxnSCXtrtMHBzAx/WmQR6g1baUxx+EjhS+IqEfH4zzjuV+NtL+5DWVOMxE4xMPU28wH4kxgCrVTNMUe7r6Dhz7+nqVL/GC2/Oj5N/CidobUjP0iIeWpgufhqxn8Ktua8NGCMEAjlgimKHc/P0GCfevL1Oc9oruK6lt4FIkj1q8hU5G7d0o1Kdju/LfYV3k1+e+3tsq3RijURiRYB9WAv+UldmGOuF5/Cuvezzi0lzZq0x1SRu8TP9/SdmI6EgjPrmvY2SyjZHh7am53f9FlpSlazCKUpQClKUApSlAKUpQFV7ZOFuLE48TPNHnyUxGQ/HLQp+qsVYO3dtm94XJn3XuUx564C2fw7r9dZ68beHa+B7+7Ox8RSlKwHpClKVIMcsCsCGVWB5ggHPxzUfL2dtGJLWsBJ6mJP4VKUqVOS5Mq4RfNEOey1nnItolOMeFdO3roxmvC9mowSUmukz0FzIcfDWTU3SrcWfeV4UO4g04DIq4F9d9cFjC3zJiyfnX36JfL7tzDIP6W3IPzikUH5CpulOLLX6IjhR0v5she7v8A85Z/3Mv/AM1eCOIhh/InXG/5aM59D4xip2lOJ8l5DhfN+ZCG/vFxqtEfzMVyPwIWVE2/HPpXyLjk2+qwuR8GhP8A6oqcpTHH4fr9xw5aSfT7EKnaJSSpt7sMOY7hjj8Vyp+IJFYj2vtwMyCeMZx47aYZ+SEVP0FSnB6dfQhxqL93T1OTcZ4lFd8RWaBi8aQBdWllw+ptsMBvh/211H2SSA2kyjmtzJkeWQjD9RBrlPAUAt4gPug/id/310v2QOdN6vQTIw+LRKD/ALAr1qFlPCtFY8XabunierudCpSlbTzhSlKAUpSgFKUoBSlKAqfbJlNzYIc6gZ5RsMELGIiDv/Tg/ga8V57Yfy+w/qrv/l69V4u39r4H0G7F7nxFKUrCeiKUpQClKUApSlAKUpQClKUApSlAK+E4519r4y52O4O2KlEPkck4N/J4v0F/ZXR/ZD/nv9ZF/u651whcQxjIOFAyOR26eldJ9kUXhvG85kXH6MSt/wAf6q9mh2jPC2nsl4HQKUpW48wUpSgFKUoBSlKAUpSgKd2w/l9h/VXf/L16rz2w/l1h/VXf/L16rxdv7XwPod29j4ilKVhPQFKUoBSlKAUpSgFKUoBSlKAUpSgFfHGQQDg45+XrvX2lSiHyOR8F/IRfoL+yuoeyT8jd/wDaB/uYa5bwFs28X6OPlt+yujeyOUa71OuYX9MFXQfjlD+qvZodozwtp7FeB0elKVuPMFKUoBSlKAUpSgFKUoCr9q+HSPc2kyoWSJJ1cqMlTJ3WnwjcjwNuBtWDS35uX+6k/wDbVvpWWtskassTZtobdOjHCkioFW5lJAPWNx+1axvMo94hc9G2PyNXOma4Pd0NGzQt6z1iimGZdvEu+43G49K+pIDyIPwOauLIDzAPxrHJbIwwyKR5FQR8iKr+W/y6F/zV/D19Cq0qzLw6EHIijBHIhF2+G1fG4ZCSSY0yeukA+XMbg1V7tekuhZb1WsepWqVZE4PCu4U/izH9TE1rNwOHPJ/72T9geqPd8+9F1vSn3MhKVK3vC444pGUNqCkjLu2PwZiKrCXT778lc8hzCkjp5iqy2CotUdI7xpvKz6fckqVV24vNgePqfsr6elTPBblpEJc5OojkBtgeXxrNOk4q7NUK0ZOyN+lRvG7po1UocEtjkD09asfZvh0ctrDJIGLvGrMdbjJIBOysAPgBXWhssquaZx2ja40XZojq+E+dWQcGhG+jOPvMzD5MSK9rw6EEERRgjcEIux9Nq0x3c9ZGSW9Y6R6nAezkDyQRCNGc6B7iluXhPIdDtXRfZhw2aG4vDLFJGGjg0l0K6sNNnGRvjI+YroKKAAAAAOQGwH4V9rfCioyxXPOqbQ5xw2FKUrsZj//Z"/>
          <p:cNvSpPr>
            <a:spLocks noChangeAspect="1" noChangeArrowheads="1"/>
          </p:cNvSpPr>
          <p:nvPr/>
        </p:nvSpPr>
        <p:spPr bwMode="auto">
          <a:xfrm>
            <a:off x="-61913" y="-136525"/>
            <a:ext cx="304801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843808" y="980728"/>
            <a:ext cx="5600700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923928" y="2348880"/>
            <a:ext cx="4333875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724128" y="3140968"/>
            <a:ext cx="155257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4" name="Picture 10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883518" y="4176224"/>
            <a:ext cx="13620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5" name="Picture 11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491880" y="3140968"/>
            <a:ext cx="12668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6" name="Picture 1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419872" y="4077072"/>
            <a:ext cx="126682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7" name="Picture 13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915816" y="5013176"/>
            <a:ext cx="5305425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/>
          <p:cNvSpPr txBox="1"/>
          <p:nvPr/>
        </p:nvSpPr>
        <p:spPr>
          <a:xfrm>
            <a:off x="6869727" y="5651956"/>
            <a:ext cx="79861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rgbClr val="4244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פתרון:</a:t>
            </a:r>
            <a:endParaRPr lang="he-IL" b="1" dirty="0">
              <a:solidFill>
                <a:srgbClr val="4244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תרשים זרימה: מסמך 15"/>
          <p:cNvSpPr/>
          <p:nvPr/>
        </p:nvSpPr>
        <p:spPr>
          <a:xfrm>
            <a:off x="1333289" y="5184626"/>
            <a:ext cx="1223962" cy="64770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יש לענות במחברת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51664" y="5877272"/>
            <a:ext cx="50526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3,6</a:t>
            </a:r>
            <a:endParaRPr lang="he-IL" b="1" dirty="0">
              <a:solidFill>
                <a:srgbClr val="7030A0"/>
              </a:solidFill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6187" name="OptionButton1" r:id="rId2" imgW="678240" imgH="289440"/>
        </mc:Choice>
        <mc:Fallback>
          <p:control name="OptionButton1" r:id="rId2" imgW="678240" imgH="289440">
            <p:pic>
              <p:nvPicPr>
                <p:cNvPr id="4" name="OptionButt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5"/>
                <a:srcRect/>
                <a:stretch>
                  <a:fillRect/>
                </a:stretch>
              </p:blipFill>
              <p:spPr bwMode="auto">
                <a:xfrm>
                  <a:off x="7524750" y="3213100"/>
                  <a:ext cx="677863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188" name="OptionButton2" r:id="rId3" imgW="678240" imgH="289440"/>
        </mc:Choice>
        <mc:Fallback>
          <p:control name="OptionButton2" r:id="rId3" imgW="678240" imgH="289440">
            <p:pic>
              <p:nvPicPr>
                <p:cNvPr id="5" name="OptionButton2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5"/>
                <a:srcRect/>
                <a:stretch>
                  <a:fillRect/>
                </a:stretch>
              </p:blipFill>
              <p:spPr bwMode="auto">
                <a:xfrm>
                  <a:off x="7524750" y="4292600"/>
                  <a:ext cx="677863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189" name="OptionButton3" r:id="rId4" imgW="678240" imgH="289440"/>
        </mc:Choice>
        <mc:Fallback>
          <p:control name="OptionButton3" r:id="rId4" imgW="678240" imgH="289440">
            <p:pic>
              <p:nvPicPr>
                <p:cNvPr id="6" name="OptionButton3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5"/>
                <a:srcRect/>
                <a:stretch>
                  <a:fillRect/>
                </a:stretch>
              </p:blipFill>
              <p:spPr bwMode="auto">
                <a:xfrm>
                  <a:off x="4932363" y="3141663"/>
                  <a:ext cx="677862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190" name="OptionButton4" r:id="rId5" imgW="678240" imgH="289440"/>
        </mc:Choice>
        <mc:Fallback>
          <p:control name="OptionButton4" r:id="rId5" imgW="678240" imgH="289440">
            <p:pic>
              <p:nvPicPr>
                <p:cNvPr id="7" name="OptionButt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5"/>
                <a:srcRect/>
                <a:stretch>
                  <a:fillRect/>
                </a:stretch>
              </p:blipFill>
              <p:spPr bwMode="auto">
                <a:xfrm>
                  <a:off x="4902200" y="4221163"/>
                  <a:ext cx="677863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191" name="CommandButton1" r:id="rId6" imgW="1508760" imgH="792360"/>
        </mc:Choice>
        <mc:Fallback>
          <p:control name="CommandButton1" r:id="rId6" imgW="1508760" imgH="792360">
            <p:pic>
              <p:nvPicPr>
                <p:cNvPr id="8" name="CommandButt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6"/>
                <a:srcRect/>
                <a:stretch>
                  <a:fillRect/>
                </a:stretch>
              </p:blipFill>
              <p:spPr bwMode="auto">
                <a:xfrm>
                  <a:off x="1476375" y="2997200"/>
                  <a:ext cx="1511300" cy="7921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u="sng" dirty="0" smtClean="0">
                <a:cs typeface="+mn-cs"/>
              </a:rPr>
              <a:t>שאלה 8</a:t>
            </a:r>
            <a:endParaRPr lang="he-IL" u="sng" dirty="0">
              <a:cs typeface="+mn-cs"/>
            </a:endParaRPr>
          </a:p>
        </p:txBody>
      </p:sp>
      <p:pic>
        <p:nvPicPr>
          <p:cNvPr id="41993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3528" y="1628800"/>
            <a:ext cx="8321179" cy="10996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94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158233" y="3177199"/>
            <a:ext cx="281940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95" name="Picture 11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258245" y="3649663"/>
            <a:ext cx="2619375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96" name="Picture 12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115616" y="3235325"/>
            <a:ext cx="286702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97" name="Picture 13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971600" y="3678238"/>
            <a:ext cx="2962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99" name="Picture 15" descr="https://encrypted-tbn1.gstatic.com/images?q=tbn:ANd9GcSz1MzfQ6VqfPTBOh18TE6q2qjbhk-r2HFLYtkvm7TgKLjqIXOFQA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39552" y="5013176"/>
            <a:ext cx="2304256" cy="1673433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6935683" y="6237312"/>
            <a:ext cx="806632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chemeClr val="accent1"/>
                </a:solidFill>
              </a:rPr>
              <a:t>תרגיל</a:t>
            </a:r>
            <a:r>
              <a:rPr lang="he-IL" dirty="0" smtClean="0"/>
              <a:t>:</a:t>
            </a:r>
            <a:endParaRPr lang="he-IL" dirty="0"/>
          </a:p>
        </p:txBody>
      </p:sp>
      <p:sp>
        <p:nvSpPr>
          <p:cNvPr id="3" name="TextBox 2"/>
          <p:cNvSpPr txBox="1"/>
          <p:nvPr/>
        </p:nvSpPr>
        <p:spPr>
          <a:xfrm>
            <a:off x="4684430" y="6421978"/>
            <a:ext cx="180049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– 6 </a:t>
            </a:r>
            <a:r>
              <a:rPr lang="en-US" b="1" dirty="0" smtClean="0">
                <a:solidFill>
                  <a:srgbClr val="7030A0"/>
                </a:solidFill>
              </a:rPr>
              <a:t>+ 12 – 4 = 2</a:t>
            </a:r>
            <a:endParaRPr lang="he-IL" b="1" dirty="0">
              <a:solidFill>
                <a:srgbClr val="7030A0"/>
              </a:solidFill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42021" name="OptionButton1" r:id="rId2" imgW="678240" imgH="289440"/>
        </mc:Choice>
        <mc:Fallback>
          <p:control name="OptionButton1" r:id="rId2" imgW="678240" imgH="289440">
            <p:pic>
              <p:nvPicPr>
                <p:cNvPr id="4" name="OptionButt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4"/>
                <a:srcRect/>
                <a:stretch>
                  <a:fillRect/>
                </a:stretch>
              </p:blipFill>
              <p:spPr bwMode="auto">
                <a:xfrm>
                  <a:off x="8027988" y="3284538"/>
                  <a:ext cx="677862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42022" name="OptionButton2" r:id="rId3" imgW="678240" imgH="289440"/>
        </mc:Choice>
        <mc:Fallback>
          <p:control name="OptionButton2" r:id="rId3" imgW="678240" imgH="289440">
            <p:pic>
              <p:nvPicPr>
                <p:cNvPr id="5" name="OptionButton2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4"/>
                <a:srcRect/>
                <a:stretch>
                  <a:fillRect/>
                </a:stretch>
              </p:blipFill>
              <p:spPr bwMode="auto">
                <a:xfrm>
                  <a:off x="8027988" y="3789363"/>
                  <a:ext cx="677862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42023" name="OptionButton3" r:id="rId4" imgW="678240" imgH="289440"/>
        </mc:Choice>
        <mc:Fallback>
          <p:control name="OptionButton3" r:id="rId4" imgW="678240" imgH="289440">
            <p:pic>
              <p:nvPicPr>
                <p:cNvPr id="6" name="OptionButton3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4"/>
                <a:srcRect/>
                <a:stretch>
                  <a:fillRect/>
                </a:stretch>
              </p:blipFill>
              <p:spPr bwMode="auto">
                <a:xfrm>
                  <a:off x="4140200" y="3284538"/>
                  <a:ext cx="677863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42024" name="OptionButton4" r:id="rId5" imgW="678240" imgH="289440"/>
        </mc:Choice>
        <mc:Fallback>
          <p:control name="OptionButton4" r:id="rId5" imgW="678240" imgH="289440">
            <p:pic>
              <p:nvPicPr>
                <p:cNvPr id="7" name="OptionButt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4"/>
                <a:srcRect/>
                <a:stretch>
                  <a:fillRect/>
                </a:stretch>
              </p:blipFill>
              <p:spPr bwMode="auto">
                <a:xfrm>
                  <a:off x="4140200" y="3789363"/>
                  <a:ext cx="677863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42025" name="CommandButton1" r:id="rId6" imgW="1508760" imgH="792360"/>
        </mc:Choice>
        <mc:Fallback>
          <p:control name="CommandButton1" r:id="rId6" imgW="1508760" imgH="792360">
            <p:pic>
              <p:nvPicPr>
                <p:cNvPr id="8" name="CommandButt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5"/>
                <a:srcRect/>
                <a:stretch>
                  <a:fillRect/>
                </a:stretch>
              </p:blipFill>
              <p:spPr bwMode="auto">
                <a:xfrm>
                  <a:off x="4356100" y="4652963"/>
                  <a:ext cx="1511300" cy="7921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683568" y="2420888"/>
            <a:ext cx="2088232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2 + (m + n)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5" name="מלבן 4"/>
          <p:cNvSpPr/>
          <p:nvPr/>
        </p:nvSpPr>
        <p:spPr>
          <a:xfrm>
            <a:off x="5580112" y="2420888"/>
            <a:ext cx="2088232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2(m + n)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6" name="מלבן 5"/>
          <p:cNvSpPr/>
          <p:nvPr/>
        </p:nvSpPr>
        <p:spPr>
          <a:xfrm>
            <a:off x="3203848" y="2420888"/>
            <a:ext cx="2088232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2m + n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2267744" y="4077072"/>
            <a:ext cx="2088232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(m + 2) + (n + 2)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3" name="מלבן 12"/>
          <p:cNvSpPr/>
          <p:nvPr/>
        </p:nvSpPr>
        <p:spPr>
          <a:xfrm>
            <a:off x="5220072" y="4077072"/>
            <a:ext cx="2088232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 + 2n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0" name="כותרת 1"/>
          <p:cNvSpPr txBox="1">
            <a:spLocks/>
          </p:cNvSpPr>
          <p:nvPr/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3000" b="0" i="0" u="sng" strike="noStrike" kern="1200" cap="small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שאלה 9</a:t>
            </a:r>
            <a:endParaRPr kumimoji="0" lang="he-IL" sz="3000" b="0" i="0" u="sng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908720"/>
            <a:ext cx="6981825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5301208"/>
            <a:ext cx="2034547" cy="1440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27516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B05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B05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B05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9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B05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3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4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3" grpId="3" animBg="1"/>
      <p:bldP spid="5" grpId="0" animBg="1"/>
      <p:bldP spid="6" grpId="0" animBg="1"/>
      <p:bldP spid="6" grpId="1" animBg="1"/>
      <p:bldP spid="6" grpId="2" animBg="1"/>
      <p:bldP spid="6" grpId="3" animBg="1"/>
      <p:bldP spid="7" grpId="0" animBg="1"/>
      <p:bldP spid="7" grpId="1" animBg="1"/>
      <p:bldP spid="7" grpId="2" animBg="1"/>
      <p:bldP spid="7" grpId="3" animBg="1"/>
      <p:bldP spid="13" grpId="0" animBg="1"/>
      <p:bldP spid="13" grpId="1" animBg="1"/>
      <p:bldP spid="13" grpId="2" animBg="1"/>
      <p:bldP spid="13" grpId="3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u="sng" dirty="0" smtClean="0">
                <a:cs typeface="+mn-cs"/>
              </a:rPr>
              <a:t>שאלה 10</a:t>
            </a:r>
            <a:endParaRPr lang="he-IL" u="sng" dirty="0">
              <a:cs typeface="+mn-cs"/>
            </a:endParaRPr>
          </a:p>
        </p:txBody>
      </p:sp>
      <p:pic>
        <p:nvPicPr>
          <p:cNvPr id="50183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527311" y="1603757"/>
            <a:ext cx="699135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4" name="Picture 8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398289" y="2251457"/>
            <a:ext cx="11811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5" name="Picture 9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753457" y="2962275"/>
            <a:ext cx="80962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6" name="Picture 10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667024" y="2251457"/>
            <a:ext cx="942975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7" name="Picture 11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667024" y="2923809"/>
            <a:ext cx="7334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3527810" y="4365104"/>
            <a:ext cx="158896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44 : (-11) = -4</a:t>
            </a:r>
            <a:endParaRPr lang="he-IL" b="1" dirty="0">
              <a:solidFill>
                <a:srgbClr val="7030A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08104" y="4363661"/>
            <a:ext cx="79861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rgbClr val="4244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פתרון:</a:t>
            </a:r>
            <a:endParaRPr lang="he-IL" b="1" dirty="0">
              <a:solidFill>
                <a:srgbClr val="4244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50203" name="OptionButton1" r:id="rId2" imgW="678240" imgH="289440"/>
        </mc:Choice>
        <mc:Fallback>
          <p:control name="OptionButton1" r:id="rId2" imgW="678240" imgH="289440">
            <p:pic>
              <p:nvPicPr>
                <p:cNvPr id="4" name="OptionButt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3"/>
                <a:srcRect/>
                <a:stretch>
                  <a:fillRect/>
                </a:stretch>
              </p:blipFill>
              <p:spPr bwMode="auto">
                <a:xfrm>
                  <a:off x="6732588" y="2349500"/>
                  <a:ext cx="677862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50204" name="OptionButton2" r:id="rId3" imgW="678240" imgH="289440"/>
        </mc:Choice>
        <mc:Fallback>
          <p:control name="OptionButton2" r:id="rId3" imgW="678240" imgH="289440">
            <p:pic>
              <p:nvPicPr>
                <p:cNvPr id="5" name="OptionButton2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3"/>
                <a:srcRect/>
                <a:stretch>
                  <a:fillRect/>
                </a:stretch>
              </p:blipFill>
              <p:spPr bwMode="auto">
                <a:xfrm>
                  <a:off x="6732588" y="3068638"/>
                  <a:ext cx="677862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50205" name="OptionButton3" r:id="rId4" imgW="678240" imgH="289440"/>
        </mc:Choice>
        <mc:Fallback>
          <p:control name="OptionButton3" r:id="rId4" imgW="678240" imgH="289440">
            <p:pic>
              <p:nvPicPr>
                <p:cNvPr id="6" name="OptionButton3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3"/>
                <a:srcRect/>
                <a:stretch>
                  <a:fillRect/>
                </a:stretch>
              </p:blipFill>
              <p:spPr bwMode="auto">
                <a:xfrm>
                  <a:off x="3851275" y="2420938"/>
                  <a:ext cx="677863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50206" name="OptionButton4" r:id="rId5" imgW="678240" imgH="289440"/>
        </mc:Choice>
        <mc:Fallback>
          <p:control name="OptionButton4" r:id="rId5" imgW="678240" imgH="289440">
            <p:pic>
              <p:nvPicPr>
                <p:cNvPr id="7" name="OptionButt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3"/>
                <a:srcRect/>
                <a:stretch>
                  <a:fillRect/>
                </a:stretch>
              </p:blipFill>
              <p:spPr bwMode="auto">
                <a:xfrm>
                  <a:off x="3851275" y="3068638"/>
                  <a:ext cx="677863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50207" name="CommandButton1" r:id="rId6" imgW="1508760" imgH="792360"/>
        </mc:Choice>
        <mc:Fallback>
          <p:control name="CommandButton1" r:id="rId6" imgW="1508760" imgH="792360">
            <p:pic>
              <p:nvPicPr>
                <p:cNvPr id="8" name="CommandButt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4"/>
                <a:srcRect/>
                <a:stretch>
                  <a:fillRect/>
                </a:stretch>
              </p:blipFill>
              <p:spPr bwMode="auto">
                <a:xfrm>
                  <a:off x="684213" y="4076700"/>
                  <a:ext cx="1511300" cy="7921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he-IL" u="sng" dirty="0" smtClean="0">
                <a:cs typeface="+mn-cs"/>
              </a:rPr>
              <a:t>שאלה 11</a:t>
            </a:r>
            <a:endParaRPr lang="he-IL" u="sng" dirty="0">
              <a:cs typeface="+mn-cs"/>
            </a:endParaRPr>
          </a:p>
        </p:txBody>
      </p:sp>
      <p:pic>
        <p:nvPicPr>
          <p:cNvPr id="63496" name="Picture 8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67544" y="836712"/>
            <a:ext cx="3672408" cy="2351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497" name="Picture 9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995936" y="260648"/>
            <a:ext cx="4743450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498" name="Picture 10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228184" y="1988840"/>
            <a:ext cx="22955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499" name="Picture 11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084168" y="2852936"/>
            <a:ext cx="163830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500" name="Picture 12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228184" y="3717032"/>
            <a:ext cx="142875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501" name="Picture 13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044834" y="2943225"/>
            <a:ext cx="12573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502" name="Picture 14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922186" y="3717032"/>
            <a:ext cx="137160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503" name="Picture 15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5724128" y="5013176"/>
            <a:ext cx="276225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7281584" y="4548327"/>
            <a:ext cx="62228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rgbClr val="4244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רמז:</a:t>
            </a:r>
            <a:endParaRPr lang="he-IL" b="1" dirty="0">
              <a:solidFill>
                <a:srgbClr val="4244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קבוצה 11"/>
          <p:cNvGrpSpPr/>
          <p:nvPr/>
        </p:nvGrpSpPr>
        <p:grpSpPr>
          <a:xfrm>
            <a:off x="259063" y="1568996"/>
            <a:ext cx="3376833" cy="1274576"/>
            <a:chOff x="259063" y="1568996"/>
            <a:chExt cx="3376833" cy="1274576"/>
          </a:xfrm>
        </p:grpSpPr>
        <p:cxnSp>
          <p:nvCxnSpPr>
            <p:cNvPr id="4" name="מחבר ישר 3"/>
            <p:cNvCxnSpPr/>
            <p:nvPr/>
          </p:nvCxnSpPr>
          <p:spPr>
            <a:xfrm>
              <a:off x="1034816" y="2592952"/>
              <a:ext cx="288032" cy="0"/>
            </a:xfrm>
            <a:prstGeom prst="line">
              <a:avLst/>
            </a:prstGeom>
            <a:ln w="28575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" name="מחבר ישר 15"/>
            <p:cNvCxnSpPr/>
            <p:nvPr/>
          </p:nvCxnSpPr>
          <p:spPr>
            <a:xfrm>
              <a:off x="3347864" y="2592952"/>
              <a:ext cx="288032" cy="0"/>
            </a:xfrm>
            <a:prstGeom prst="line">
              <a:avLst/>
            </a:prstGeom>
            <a:ln w="28575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" name="מחבר חץ ישר 7"/>
            <p:cNvCxnSpPr/>
            <p:nvPr/>
          </p:nvCxnSpPr>
          <p:spPr>
            <a:xfrm>
              <a:off x="791580" y="1699801"/>
              <a:ext cx="387252" cy="28803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2037489" y="2581962"/>
              <a:ext cx="532517" cy="26161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100" b="1" dirty="0" smtClean="0">
                  <a:solidFill>
                    <a:srgbClr val="C00000"/>
                  </a:solidFill>
                </a:rPr>
                <a:t>20 </a:t>
              </a:r>
              <a:r>
                <a:rPr lang="en-US" sz="1100" b="1" dirty="0" smtClean="0">
                  <a:solidFill>
                    <a:srgbClr val="C00000"/>
                  </a:solidFill>
                  <a:sym typeface="Symbol"/>
                </a:rPr>
                <a:t> 2</a:t>
              </a:r>
              <a:endParaRPr lang="he-IL" sz="1100" b="1" dirty="0">
                <a:solidFill>
                  <a:srgbClr val="C00000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59063" y="1568996"/>
              <a:ext cx="532517" cy="26161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100" b="1" dirty="0" smtClean="0">
                  <a:solidFill>
                    <a:srgbClr val="C00000"/>
                  </a:solidFill>
                </a:rPr>
                <a:t>10 </a:t>
              </a:r>
              <a:r>
                <a:rPr lang="en-US" sz="1100" b="1" dirty="0" smtClean="0">
                  <a:solidFill>
                    <a:srgbClr val="C00000"/>
                  </a:solidFill>
                  <a:sym typeface="Symbol"/>
                </a:rPr>
                <a:t> 2</a:t>
              </a:r>
              <a:endParaRPr lang="he-IL" sz="1100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7169460" y="5877272"/>
            <a:ext cx="79861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rgbClr val="4244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פתרון:</a:t>
            </a:r>
            <a:endParaRPr lang="he-IL" b="1" dirty="0">
              <a:solidFill>
                <a:srgbClr val="4244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81727" y="6246604"/>
            <a:ext cx="153118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16 </a:t>
            </a:r>
            <a:r>
              <a:rPr lang="en-US" b="1" dirty="0" smtClean="0">
                <a:solidFill>
                  <a:srgbClr val="7030A0"/>
                </a:solidFill>
                <a:sym typeface="Symbol"/>
              </a:rPr>
              <a:t> 10 = 160</a:t>
            </a:r>
            <a:endParaRPr lang="he-IL" b="1" dirty="0">
              <a:solidFill>
                <a:srgbClr val="7030A0"/>
              </a:solidFill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63523" name="OptionButton1" r:id="rId2" imgW="678240" imgH="289440"/>
        </mc:Choice>
        <mc:Fallback>
          <p:control name="OptionButton1" r:id="rId2" imgW="678240" imgH="289440">
            <p:pic>
              <p:nvPicPr>
                <p:cNvPr id="3" name="OptionButt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8"/>
                <a:srcRect/>
                <a:stretch>
                  <a:fillRect/>
                </a:stretch>
              </p:blipFill>
              <p:spPr bwMode="auto">
                <a:xfrm>
                  <a:off x="7740650" y="2924175"/>
                  <a:ext cx="677863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3524" name="OptionButton2" r:id="rId3" imgW="678240" imgH="289440"/>
        </mc:Choice>
        <mc:Fallback>
          <p:control name="OptionButton2" r:id="rId3" imgW="678240" imgH="289440">
            <p:pic>
              <p:nvPicPr>
                <p:cNvPr id="5" name="OptionButton2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8"/>
                <a:srcRect/>
                <a:stretch>
                  <a:fillRect/>
                </a:stretch>
              </p:blipFill>
              <p:spPr bwMode="auto">
                <a:xfrm>
                  <a:off x="5435600" y="2997200"/>
                  <a:ext cx="677863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3525" name="OptionButton3" r:id="rId4" imgW="678240" imgH="289440"/>
        </mc:Choice>
        <mc:Fallback>
          <p:control name="OptionButton3" r:id="rId4" imgW="678240" imgH="289440">
            <p:pic>
              <p:nvPicPr>
                <p:cNvPr id="6" name="OptionButton3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8"/>
                <a:srcRect/>
                <a:stretch>
                  <a:fillRect/>
                </a:stretch>
              </p:blipFill>
              <p:spPr bwMode="auto">
                <a:xfrm>
                  <a:off x="5435600" y="3860800"/>
                  <a:ext cx="677863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3526" name="OptionButton4" r:id="rId5" imgW="678240" imgH="289440"/>
        </mc:Choice>
        <mc:Fallback>
          <p:control name="OptionButton4" r:id="rId5" imgW="678240" imgH="289440">
            <p:pic>
              <p:nvPicPr>
                <p:cNvPr id="7" name="OptionButt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8"/>
                <a:srcRect/>
                <a:stretch>
                  <a:fillRect/>
                </a:stretch>
              </p:blipFill>
              <p:spPr bwMode="auto">
                <a:xfrm>
                  <a:off x="7740650" y="3789363"/>
                  <a:ext cx="677863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3527" name="CommandButton1" r:id="rId6" imgW="1508760" imgH="792360"/>
        </mc:Choice>
        <mc:Fallback>
          <p:control name="CommandButton1" r:id="rId6" imgW="1508760" imgH="792360">
            <p:pic>
              <p:nvPicPr>
                <p:cNvPr id="9" name="CommandButt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9"/>
                <a:srcRect/>
                <a:stretch>
                  <a:fillRect/>
                </a:stretch>
              </p:blipFill>
              <p:spPr bwMode="auto">
                <a:xfrm>
                  <a:off x="2339975" y="3357563"/>
                  <a:ext cx="1511300" cy="7921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3528" name="TextBox1" r:id="rId7" imgW="861120" imgH="502920"/>
        </mc:Choice>
        <mc:Fallback>
          <p:control name="TextBox1" r:id="rId7" imgW="861120" imgH="502920">
            <p:pic>
              <p:nvPicPr>
                <p:cNvPr id="14" name="TextBox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0"/>
                <a:srcRect/>
                <a:stretch>
                  <a:fillRect/>
                </a:stretch>
              </p:blipFill>
              <p:spPr bwMode="auto">
                <a:xfrm>
                  <a:off x="4787900" y="5157788"/>
                  <a:ext cx="863600" cy="5032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3529" name="CommandButton2" r:id="rId8" imgW="1729800" imgH="502920"/>
        </mc:Choice>
        <mc:Fallback>
          <p:control name="CommandButton2" r:id="rId8" imgW="1729800" imgH="502920">
            <p:pic>
              <p:nvPicPr>
                <p:cNvPr id="15" name="CommandButton2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1"/>
                <a:srcRect/>
                <a:stretch>
                  <a:fillRect/>
                </a:stretch>
              </p:blipFill>
              <p:spPr bwMode="auto">
                <a:xfrm>
                  <a:off x="2195513" y="5157788"/>
                  <a:ext cx="1728787" cy="5048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562670"/>
            <a:ext cx="7467600" cy="634082"/>
          </a:xfrm>
        </p:spPr>
        <p:txBody>
          <a:bodyPr/>
          <a:lstStyle/>
          <a:p>
            <a:r>
              <a:rPr lang="he-IL" u="sng" dirty="0" smtClean="0">
                <a:cs typeface="+mn-cs"/>
              </a:rPr>
              <a:t>שאלה 12</a:t>
            </a:r>
            <a:endParaRPr lang="he-IL" u="sng" dirty="0">
              <a:cs typeface="+mn-cs"/>
            </a:endParaRPr>
          </a:p>
        </p:txBody>
      </p:sp>
      <p:pic>
        <p:nvPicPr>
          <p:cNvPr id="64519" name="Picture 7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498365" y="692696"/>
            <a:ext cx="3895725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20" name="Picture 8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562725" y="1727204"/>
            <a:ext cx="121920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21" name="Picture 9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451907" y="2349500"/>
            <a:ext cx="1266825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22" name="Picture 10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283968" y="1705514"/>
            <a:ext cx="1200150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23" name="Picture 1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222055" y="2241550"/>
            <a:ext cx="1323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24" name="Picture 12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1798638" y="4019400"/>
            <a:ext cx="6715125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מלבן 2"/>
          <p:cNvSpPr/>
          <p:nvPr/>
        </p:nvSpPr>
        <p:spPr>
          <a:xfrm>
            <a:off x="1907704" y="1404902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TextBox 10"/>
          <p:cNvSpPr txBox="1"/>
          <p:nvPr/>
        </p:nvSpPr>
        <p:spPr>
          <a:xfrm>
            <a:off x="6970441" y="3140968"/>
            <a:ext cx="62228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rgbClr val="4244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רמז:</a:t>
            </a:r>
            <a:endParaRPr lang="he-IL" b="1" dirty="0">
              <a:solidFill>
                <a:srgbClr val="4244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קבוצה 5"/>
          <p:cNvGrpSpPr/>
          <p:nvPr/>
        </p:nvGrpSpPr>
        <p:grpSpPr>
          <a:xfrm>
            <a:off x="1576986" y="1903417"/>
            <a:ext cx="4795239" cy="1679015"/>
            <a:chOff x="1576986" y="1903417"/>
            <a:chExt cx="4795239" cy="1679015"/>
          </a:xfrm>
        </p:grpSpPr>
        <p:sp>
          <p:nvSpPr>
            <p:cNvPr id="4" name="TextBox 3"/>
            <p:cNvSpPr txBox="1"/>
            <p:nvPr/>
          </p:nvSpPr>
          <p:spPr>
            <a:xfrm>
              <a:off x="1576986" y="1903417"/>
              <a:ext cx="312907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dirty="0" smtClean="0"/>
                <a:t>a</a:t>
              </a:r>
              <a:endParaRPr lang="he-IL" dirty="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411705" y="3213100"/>
              <a:ext cx="960520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b="1" dirty="0" smtClean="0">
                  <a:solidFill>
                    <a:srgbClr val="7030A0"/>
                  </a:solidFill>
                </a:rPr>
                <a:t>4a = 36</a:t>
              </a:r>
              <a:endParaRPr lang="he-IL" b="1" dirty="0">
                <a:solidFill>
                  <a:srgbClr val="7030A0"/>
                </a:solidFill>
              </a:endParaRPr>
            </a:p>
          </p:txBody>
        </p:sp>
      </p:grpSp>
      <p:sp>
        <p:nvSpPr>
          <p:cNvPr id="7" name="מלבן 6"/>
          <p:cNvSpPr/>
          <p:nvPr/>
        </p:nvSpPr>
        <p:spPr>
          <a:xfrm>
            <a:off x="790526" y="4541989"/>
            <a:ext cx="2160000" cy="21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" name="TextBox 16"/>
          <p:cNvSpPr txBox="1"/>
          <p:nvPr/>
        </p:nvSpPr>
        <p:spPr>
          <a:xfrm>
            <a:off x="6774176" y="5425027"/>
            <a:ext cx="62228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rgbClr val="4244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רמז:</a:t>
            </a:r>
            <a:endParaRPr lang="he-IL" b="1" dirty="0">
              <a:solidFill>
                <a:srgbClr val="4244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קבוצה 9"/>
          <p:cNvGrpSpPr/>
          <p:nvPr/>
        </p:nvGrpSpPr>
        <p:grpSpPr>
          <a:xfrm>
            <a:off x="2980078" y="5437323"/>
            <a:ext cx="3415166" cy="468895"/>
            <a:chOff x="2974032" y="5250788"/>
            <a:chExt cx="3415166" cy="468895"/>
          </a:xfrm>
        </p:grpSpPr>
        <p:sp>
          <p:nvSpPr>
            <p:cNvPr id="8" name="TextBox 7"/>
            <p:cNvSpPr txBox="1"/>
            <p:nvPr/>
          </p:nvSpPr>
          <p:spPr>
            <a:xfrm>
              <a:off x="2974032" y="5250788"/>
              <a:ext cx="300083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dirty="0"/>
                <a:t>x</a:t>
              </a:r>
              <a:endParaRPr lang="he-IL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471959" y="5350351"/>
              <a:ext cx="917239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b="1" dirty="0" smtClean="0">
                  <a:solidFill>
                    <a:srgbClr val="7030A0"/>
                  </a:solidFill>
                </a:rPr>
                <a:t>x</a:t>
              </a:r>
              <a:r>
                <a:rPr lang="en-US" b="1" baseline="30000" dirty="0" smtClean="0">
                  <a:solidFill>
                    <a:srgbClr val="7030A0"/>
                  </a:solidFill>
                </a:rPr>
                <a:t>2</a:t>
              </a:r>
              <a:r>
                <a:rPr lang="en-US" b="1" dirty="0" smtClean="0">
                  <a:solidFill>
                    <a:srgbClr val="7030A0"/>
                  </a:solidFill>
                </a:rPr>
                <a:t> = 36</a:t>
              </a:r>
              <a:endParaRPr lang="he-IL" b="1" dirty="0">
                <a:solidFill>
                  <a:srgbClr val="7030A0"/>
                </a:solidFill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712117" y="4715431"/>
            <a:ext cx="58060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rgbClr val="7030A0"/>
                </a:solidFill>
              </a:rPr>
              <a:t>ס"מ</a:t>
            </a:r>
            <a:endParaRPr lang="he-IL" b="1" dirty="0">
              <a:solidFill>
                <a:srgbClr val="7030A0"/>
              </a:solidFill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64546" name="OptionButton1" r:id="rId2" imgW="678240" imgH="289440"/>
        </mc:Choice>
        <mc:Fallback>
          <p:control name="OptionButton1" r:id="rId2" imgW="678240" imgH="289440">
            <p:pic>
              <p:nvPicPr>
                <p:cNvPr id="13" name="OptionButt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6"/>
                <a:srcRect/>
                <a:stretch>
                  <a:fillRect/>
                </a:stretch>
              </p:blipFill>
              <p:spPr bwMode="auto">
                <a:xfrm>
                  <a:off x="7812088" y="1773238"/>
                  <a:ext cx="677862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4547" name="OptionButton2" r:id="rId3" imgW="678240" imgH="289440"/>
        </mc:Choice>
        <mc:Fallback>
          <p:control name="OptionButton2" r:id="rId3" imgW="678240" imgH="289440">
            <p:pic>
              <p:nvPicPr>
                <p:cNvPr id="14" name="OptionButton2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6"/>
                <a:srcRect/>
                <a:stretch>
                  <a:fillRect/>
                </a:stretch>
              </p:blipFill>
              <p:spPr bwMode="auto">
                <a:xfrm>
                  <a:off x="5651500" y="1773238"/>
                  <a:ext cx="677863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4548" name="OptionButton3" r:id="rId4" imgW="678240" imgH="289440"/>
        </mc:Choice>
        <mc:Fallback>
          <p:control name="OptionButton3" r:id="rId4" imgW="678240" imgH="289440">
            <p:pic>
              <p:nvPicPr>
                <p:cNvPr id="15" name="OptionButton3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6"/>
                <a:srcRect/>
                <a:stretch>
                  <a:fillRect/>
                </a:stretch>
              </p:blipFill>
              <p:spPr bwMode="auto">
                <a:xfrm>
                  <a:off x="5694363" y="2324100"/>
                  <a:ext cx="677862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4549" name="OptionButton4" r:id="rId5" imgW="678240" imgH="289440"/>
        </mc:Choice>
        <mc:Fallback>
          <p:control name="OptionButton4" r:id="rId5" imgW="678240" imgH="289440">
            <p:pic>
              <p:nvPicPr>
                <p:cNvPr id="16" name="OptionButt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6"/>
                <a:srcRect/>
                <a:stretch>
                  <a:fillRect/>
                </a:stretch>
              </p:blipFill>
              <p:spPr bwMode="auto">
                <a:xfrm>
                  <a:off x="7812088" y="2349500"/>
                  <a:ext cx="677862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4550" name="CommandButton1" r:id="rId6" imgW="1508760" imgH="579240"/>
        </mc:Choice>
        <mc:Fallback>
          <p:control name="CommandButton1" r:id="rId6" imgW="1508760" imgH="579240">
            <p:pic>
              <p:nvPicPr>
                <p:cNvPr id="18" name="CommandButt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7"/>
                <a:srcRect/>
                <a:stretch>
                  <a:fillRect/>
                </a:stretch>
              </p:blipFill>
              <p:spPr bwMode="auto">
                <a:xfrm>
                  <a:off x="3203575" y="3068638"/>
                  <a:ext cx="1511300" cy="5762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4551" name="CommandButton2" r:id="rId7" imgW="1508760" imgH="579240"/>
        </mc:Choice>
        <mc:Fallback>
          <p:control name="CommandButton2" r:id="rId7" imgW="1508760" imgH="579240">
            <p:pic>
              <p:nvPicPr>
                <p:cNvPr id="19" name="CommandButton2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8"/>
                <a:srcRect/>
                <a:stretch>
                  <a:fillRect/>
                </a:stretch>
              </p:blipFill>
              <p:spPr bwMode="auto">
                <a:xfrm>
                  <a:off x="3203575" y="4508500"/>
                  <a:ext cx="1511300" cy="576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4552" name="TextBox1" r:id="rId8" imgW="1005840" imgH="502920"/>
        </mc:Choice>
        <mc:Fallback>
          <p:control name="TextBox1" r:id="rId8" imgW="1005840" imgH="502920">
            <p:pic>
              <p:nvPicPr>
                <p:cNvPr id="20" name="TextBox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9"/>
                <a:srcRect/>
                <a:stretch>
                  <a:fillRect/>
                </a:stretch>
              </p:blipFill>
              <p:spPr bwMode="auto">
                <a:xfrm>
                  <a:off x="5292725" y="4508500"/>
                  <a:ext cx="1008063" cy="5032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u="sng" dirty="0" smtClean="0"/>
              <a:t>שאלה 13</a:t>
            </a:r>
            <a:endParaRPr lang="he-IL" u="sng" dirty="0"/>
          </a:p>
        </p:txBody>
      </p:sp>
      <p:pic>
        <p:nvPicPr>
          <p:cNvPr id="52225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6263" y="1766888"/>
            <a:ext cx="7991475" cy="332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1475656" y="3707368"/>
            <a:ext cx="65594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dirty="0" smtClean="0">
                <a:solidFill>
                  <a:schemeClr val="accent1"/>
                </a:solidFill>
              </a:rPr>
              <a:t>סמ"ר</a:t>
            </a:r>
            <a:endParaRPr lang="he-IL" dirty="0">
              <a:solidFill>
                <a:schemeClr val="accent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69121" y="5073358"/>
            <a:ext cx="79861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rgbClr val="4244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פתרון:</a:t>
            </a:r>
            <a:endParaRPr lang="he-IL" b="1" dirty="0">
              <a:solidFill>
                <a:srgbClr val="4244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קבוצה 10"/>
          <p:cNvGrpSpPr/>
          <p:nvPr/>
        </p:nvGrpSpPr>
        <p:grpSpPr>
          <a:xfrm>
            <a:off x="384189" y="4221089"/>
            <a:ext cx="7784240" cy="2632203"/>
            <a:chOff x="384189" y="4221089"/>
            <a:chExt cx="7784240" cy="2632203"/>
          </a:xfrm>
        </p:grpSpPr>
        <p:graphicFrame>
          <p:nvGraphicFramePr>
            <p:cNvPr id="4" name="אובייקט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6189547"/>
                </p:ext>
              </p:extLst>
            </p:nvPr>
          </p:nvGraphicFramePr>
          <p:xfrm>
            <a:off x="2159000" y="5568144"/>
            <a:ext cx="1800200" cy="6779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58" name="משוואה" r:id="rId6" imgW="977760" imgH="368280" progId="Equation.3">
                    <p:embed/>
                  </p:oleObj>
                </mc:Choice>
                <mc:Fallback>
                  <p:oleObj name="משוואה" r:id="rId6" imgW="977760" imgH="368280" progId="Equation.3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159000" y="5568144"/>
                          <a:ext cx="1800200" cy="6779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סוגר מסולסל ימני 4"/>
            <p:cNvSpPr/>
            <p:nvPr/>
          </p:nvSpPr>
          <p:spPr>
            <a:xfrm rot="5400000">
              <a:off x="5904147" y="3465005"/>
              <a:ext cx="216023" cy="1728191"/>
            </a:xfrm>
            <a:prstGeom prst="rightBrac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646513" y="4437112"/>
              <a:ext cx="731290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he-IL" dirty="0" smtClean="0">
                  <a:solidFill>
                    <a:srgbClr val="7030A0"/>
                  </a:solidFill>
                </a:rPr>
                <a:t>6 ס"מ</a:t>
              </a:r>
              <a:endParaRPr lang="he-IL" dirty="0">
                <a:solidFill>
                  <a:srgbClr val="7030A0"/>
                </a:solidFill>
              </a:endParaRPr>
            </a:p>
          </p:txBody>
        </p:sp>
        <p:graphicFrame>
          <p:nvGraphicFramePr>
            <p:cNvPr id="9" name="אובייקט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0492230"/>
                </p:ext>
              </p:extLst>
            </p:nvPr>
          </p:nvGraphicFramePr>
          <p:xfrm>
            <a:off x="4860032" y="5556146"/>
            <a:ext cx="3179763" cy="677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59" name="משוואה" r:id="rId8" imgW="1726920" imgH="368280" progId="Equation.3">
                    <p:embed/>
                  </p:oleObj>
                </mc:Choice>
                <mc:Fallback>
                  <p:oleObj name="משוואה" r:id="rId8" imgW="1726920" imgH="368280" progId="Equation.3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860032" y="5556146"/>
                          <a:ext cx="3179763" cy="6778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Box 7"/>
            <p:cNvSpPr txBox="1"/>
            <p:nvPr/>
          </p:nvSpPr>
          <p:spPr>
            <a:xfrm>
              <a:off x="4492423" y="6268507"/>
              <a:ext cx="3676006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he-IL" b="1" dirty="0" smtClean="0">
                  <a:solidFill>
                    <a:srgbClr val="7030A0"/>
                  </a:solidFill>
                </a:rPr>
                <a:t>חיסור שטחי המשולשים משטח המלבן</a:t>
              </a:r>
              <a:endParaRPr lang="he-IL" b="1" dirty="0">
                <a:solidFill>
                  <a:srgbClr val="7030A0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4189" y="6206961"/>
              <a:ext cx="4057521" cy="646331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he-IL" b="1" dirty="0" smtClean="0">
                  <a:solidFill>
                    <a:srgbClr val="7030A0"/>
                  </a:solidFill>
                </a:rPr>
                <a:t>שימוש בנוסחה לחישוב שטח טרפז:</a:t>
              </a:r>
            </a:p>
            <a:p>
              <a:r>
                <a:rPr lang="he-IL" b="1" dirty="0" smtClean="0">
                  <a:solidFill>
                    <a:srgbClr val="7030A0"/>
                  </a:solidFill>
                </a:rPr>
                <a:t>מחצית המכפלה של סכום הבסיסים בגובה</a:t>
              </a:r>
              <a:endParaRPr lang="he-IL" b="1" dirty="0">
                <a:solidFill>
                  <a:srgbClr val="7030A0"/>
                </a:solidFill>
              </a:endParaRPr>
            </a:p>
          </p:txBody>
        </p:sp>
      </p:grpSp>
    </p:spTree>
    <p:controls>
      <mc:AlternateContent xmlns:mc="http://schemas.openxmlformats.org/markup-compatibility/2006">
        <mc:Choice xmlns:v="urn:schemas-microsoft-com:vml" Requires="v">
          <p:control spid="69660" name="TextBox1" r:id="rId2" imgW="1440360" imgH="861120"/>
        </mc:Choice>
        <mc:Fallback>
          <p:control name="TextBox1" r:id="rId2" imgW="1440360" imgH="861120">
            <p:pic>
              <p:nvPicPr>
                <p:cNvPr id="12" name="TextBox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0"/>
                <a:srcRect/>
                <a:stretch>
                  <a:fillRect/>
                </a:stretch>
              </p:blipFill>
              <p:spPr bwMode="auto">
                <a:xfrm>
                  <a:off x="2268538" y="3213100"/>
                  <a:ext cx="1439862" cy="863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9661" name="CommandButton2" r:id="rId3" imgW="1508760" imgH="579240"/>
        </mc:Choice>
        <mc:Fallback>
          <p:control name="CommandButton2" r:id="rId3" imgW="1508760" imgH="579240">
            <p:pic>
              <p:nvPicPr>
                <p:cNvPr id="13" name="CommandButton2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1"/>
                <a:srcRect/>
                <a:stretch>
                  <a:fillRect/>
                </a:stretch>
              </p:blipFill>
              <p:spPr bwMode="auto">
                <a:xfrm>
                  <a:off x="1403350" y="4508500"/>
                  <a:ext cx="1511300" cy="576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u="sng" dirty="0" smtClean="0">
                <a:cs typeface="+mn-cs"/>
              </a:rPr>
              <a:t>שאלה 14 </a:t>
            </a:r>
            <a:endParaRPr lang="he-IL" u="sng" dirty="0">
              <a:cs typeface="+mn-cs"/>
            </a:endParaRPr>
          </a:p>
        </p:txBody>
      </p:sp>
      <p:pic>
        <p:nvPicPr>
          <p:cNvPr id="65543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411760" y="476672"/>
            <a:ext cx="6172200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44" name="Picture 8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004048" y="2348880"/>
            <a:ext cx="295275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45" name="Picture 9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403648" y="3235449"/>
            <a:ext cx="5448300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46" name="Picture 10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338039" y="3861048"/>
            <a:ext cx="561022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47" name="Picture 11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186179" y="4625975"/>
            <a:ext cx="56673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48" name="Picture 1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294606" y="5243513"/>
            <a:ext cx="558165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קבוצה 5"/>
          <p:cNvGrpSpPr/>
          <p:nvPr/>
        </p:nvGrpSpPr>
        <p:grpSpPr>
          <a:xfrm>
            <a:off x="3131840" y="450096"/>
            <a:ext cx="2880320" cy="369332"/>
            <a:chOff x="3131840" y="450096"/>
            <a:chExt cx="2880320" cy="369332"/>
          </a:xfrm>
        </p:grpSpPr>
        <p:cxnSp>
          <p:nvCxnSpPr>
            <p:cNvPr id="4" name="מחבר ישר 3"/>
            <p:cNvCxnSpPr/>
            <p:nvPr/>
          </p:nvCxnSpPr>
          <p:spPr>
            <a:xfrm>
              <a:off x="3131840" y="764704"/>
              <a:ext cx="2880320" cy="0"/>
            </a:xfrm>
            <a:prstGeom prst="line">
              <a:avLst/>
            </a:prstGeom>
            <a:ln w="28575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4102839" y="450096"/>
              <a:ext cx="901209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he-IL" b="1" dirty="0" smtClean="0">
                  <a:solidFill>
                    <a:srgbClr val="7030A0"/>
                  </a:solidFill>
                </a:rPr>
                <a:t>10 ס"מ</a:t>
              </a:r>
              <a:endParaRPr lang="he-IL" b="1" dirty="0">
                <a:solidFill>
                  <a:srgbClr val="7030A0"/>
                </a:solidFill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5186717" y="6093296"/>
            <a:ext cx="62228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rgbClr val="4244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רמז:</a:t>
            </a:r>
            <a:endParaRPr lang="he-IL" b="1" dirty="0">
              <a:solidFill>
                <a:srgbClr val="4244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65563" name="OptionButton1" r:id="rId2" imgW="678240" imgH="289440"/>
        </mc:Choice>
        <mc:Fallback>
          <p:control name="OptionButton1" r:id="rId2" imgW="678240" imgH="289440">
            <p:pic>
              <p:nvPicPr>
                <p:cNvPr id="3" name="OptionButt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4"/>
                <a:srcRect/>
                <a:stretch>
                  <a:fillRect/>
                </a:stretch>
              </p:blipFill>
              <p:spPr bwMode="auto">
                <a:xfrm>
                  <a:off x="7019925" y="3357563"/>
                  <a:ext cx="677863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5564" name="OptionButton2" r:id="rId3" imgW="678240" imgH="289440"/>
        </mc:Choice>
        <mc:Fallback>
          <p:control name="OptionButton2" r:id="rId3" imgW="678240" imgH="289440">
            <p:pic>
              <p:nvPicPr>
                <p:cNvPr id="7" name="OptionButton2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4"/>
                <a:srcRect/>
                <a:stretch>
                  <a:fillRect/>
                </a:stretch>
              </p:blipFill>
              <p:spPr bwMode="auto">
                <a:xfrm>
                  <a:off x="7019925" y="4005263"/>
                  <a:ext cx="677863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5565" name="OptionButton3" r:id="rId4" imgW="678240" imgH="289440"/>
        </mc:Choice>
        <mc:Fallback>
          <p:control name="OptionButton3" r:id="rId4" imgW="678240" imgH="289440">
            <p:pic>
              <p:nvPicPr>
                <p:cNvPr id="8" name="OptionButton3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4"/>
                <a:srcRect/>
                <a:stretch>
                  <a:fillRect/>
                </a:stretch>
              </p:blipFill>
              <p:spPr bwMode="auto">
                <a:xfrm>
                  <a:off x="7019925" y="4652963"/>
                  <a:ext cx="677863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5566" name="OptionButton4" r:id="rId5" imgW="678240" imgH="289440"/>
        </mc:Choice>
        <mc:Fallback>
          <p:control name="OptionButton4" r:id="rId5" imgW="678240" imgH="289440">
            <p:pic>
              <p:nvPicPr>
                <p:cNvPr id="9" name="OptionButt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4"/>
                <a:srcRect/>
                <a:stretch>
                  <a:fillRect/>
                </a:stretch>
              </p:blipFill>
              <p:spPr bwMode="auto">
                <a:xfrm>
                  <a:off x="7019925" y="5300663"/>
                  <a:ext cx="677863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5567" name="CommandButton1" r:id="rId6" imgW="1508760" imgH="792360"/>
        </mc:Choice>
        <mc:Fallback>
          <p:control name="CommandButton1" r:id="rId6" imgW="1508760" imgH="792360">
            <p:pic>
              <p:nvPicPr>
                <p:cNvPr id="10" name="CommandButt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5"/>
                <a:srcRect/>
                <a:stretch>
                  <a:fillRect/>
                </a:stretch>
              </p:blipFill>
              <p:spPr bwMode="auto">
                <a:xfrm>
                  <a:off x="250825" y="5949950"/>
                  <a:ext cx="1511300" cy="7921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u="sng" dirty="0" smtClean="0"/>
              <a:t>שאלה 15</a:t>
            </a:r>
            <a:endParaRPr lang="he-IL" u="sng" dirty="0"/>
          </a:p>
        </p:txBody>
      </p:sp>
      <p:pic>
        <p:nvPicPr>
          <p:cNvPr id="66563" name="Picture 3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072911" y="-9752"/>
            <a:ext cx="2457450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64" name="Picture 4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5148064" y="764704"/>
            <a:ext cx="3257550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65" name="Picture 5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5273253" y="2951511"/>
            <a:ext cx="22860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66" name="Picture 6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2891000" y="3644900"/>
            <a:ext cx="471487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67" name="Picture 7"/>
          <p:cNvPicPr>
            <a:picLocks noChangeAspect="1" noChangeArrowheads="1"/>
          </p:cNvPicPr>
          <p:nvPr/>
        </p:nvPicPr>
        <p:blipFill rotWithShape="1">
          <a:blip r:embed="rId18" cstate="print"/>
          <a:srcRect b="6946"/>
          <a:stretch/>
        </p:blipFill>
        <p:spPr bwMode="auto">
          <a:xfrm>
            <a:off x="3037188" y="5555091"/>
            <a:ext cx="4686300" cy="1302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2336354" y="5730898"/>
            <a:ext cx="70083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rgbClr val="7030A0"/>
                </a:solidFill>
              </a:rPr>
              <a:t>סמ"ר</a:t>
            </a:r>
            <a:endParaRPr lang="he-IL" b="1" dirty="0">
              <a:solidFill>
                <a:srgbClr val="7030A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25775" y="6308725"/>
            <a:ext cx="36099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rgbClr val="7030A0"/>
                </a:solidFill>
              </a:rPr>
              <a:t>כן</a:t>
            </a:r>
            <a:endParaRPr lang="he-IL" b="1" dirty="0">
              <a:solidFill>
                <a:srgbClr val="7030A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46481" y="6322213"/>
            <a:ext cx="43313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rgbClr val="7030A0"/>
                </a:solidFill>
              </a:rPr>
              <a:t>לא</a:t>
            </a:r>
            <a:endParaRPr lang="he-IL" b="1" dirty="0">
              <a:solidFill>
                <a:srgbClr val="7030A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75781" y="3310493"/>
            <a:ext cx="58060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rgbClr val="7030A0"/>
                </a:solidFill>
              </a:rPr>
              <a:t>ס"מ</a:t>
            </a:r>
            <a:endParaRPr lang="he-IL" b="1" dirty="0">
              <a:solidFill>
                <a:srgbClr val="7030A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79468" y="5147231"/>
            <a:ext cx="58060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rgbClr val="7030A0"/>
                </a:solidFill>
              </a:rPr>
              <a:t>ס"מ</a:t>
            </a:r>
            <a:endParaRPr lang="he-IL" b="1" dirty="0">
              <a:solidFill>
                <a:srgbClr val="7030A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11893" y="5115997"/>
            <a:ext cx="58060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rgbClr val="7030A0"/>
                </a:solidFill>
              </a:rPr>
              <a:t>ס"מ</a:t>
            </a:r>
            <a:endParaRPr lang="he-IL" b="1" dirty="0">
              <a:solidFill>
                <a:srgbClr val="7030A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22757" y="2420888"/>
            <a:ext cx="536236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rgbClr val="7030A0"/>
                </a:solidFill>
              </a:rPr>
              <a:t>שטח המשולש הוא מחצית המכפלה של צלע בגובה אליה</a:t>
            </a:r>
            <a:endParaRPr lang="he-IL" b="1" dirty="0">
              <a:solidFill>
                <a:srgbClr val="7030A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05875" y="2047274"/>
            <a:ext cx="62228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rgbClr val="4244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רמז:</a:t>
            </a:r>
            <a:endParaRPr lang="he-IL" b="1" dirty="0">
              <a:solidFill>
                <a:srgbClr val="4244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70681" name="TextBox1" r:id="rId2" imgW="1226880" imgH="647640"/>
        </mc:Choice>
        <mc:Fallback>
          <p:control name="TextBox1" r:id="rId2" imgW="1226880" imgH="647640">
            <p:pic>
              <p:nvPicPr>
                <p:cNvPr id="5" name="TextBox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9"/>
                <a:srcRect/>
                <a:stretch>
                  <a:fillRect/>
                </a:stretch>
              </p:blipFill>
              <p:spPr bwMode="auto">
                <a:xfrm>
                  <a:off x="2771775" y="3068638"/>
                  <a:ext cx="1223963" cy="6477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0682" name="CommandButton1" r:id="rId3" imgW="1257480" imgH="579240"/>
        </mc:Choice>
        <mc:Fallback>
          <p:control name="CommandButton1" r:id="rId3" imgW="1257480" imgH="579240">
            <p:pic>
              <p:nvPicPr>
                <p:cNvPr id="6" name="CommandButt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0"/>
                <a:srcRect/>
                <a:stretch>
                  <a:fillRect/>
                </a:stretch>
              </p:blipFill>
              <p:spPr bwMode="auto">
                <a:xfrm>
                  <a:off x="684213" y="3141663"/>
                  <a:ext cx="1258887" cy="5762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0683" name="TextBox2" r:id="rId4" imgW="792360" imgH="434520"/>
        </mc:Choice>
        <mc:Fallback>
          <p:control name="TextBox2" r:id="rId4" imgW="792360" imgH="434520">
            <p:pic>
              <p:nvPicPr>
                <p:cNvPr id="7" name="TextBox2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1"/>
                <a:srcRect/>
                <a:stretch>
                  <a:fillRect/>
                </a:stretch>
              </p:blipFill>
              <p:spPr bwMode="auto">
                <a:xfrm>
                  <a:off x="6372225" y="5084763"/>
                  <a:ext cx="790575" cy="4318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0684" name="CommandButton2" r:id="rId5" imgW="1257480" imgH="434520"/>
        </mc:Choice>
        <mc:Fallback>
          <p:control name="CommandButton2" r:id="rId5" imgW="1257480" imgH="434520">
            <p:pic>
              <p:nvPicPr>
                <p:cNvPr id="8" name="CommandButton2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2"/>
                <a:srcRect/>
                <a:stretch>
                  <a:fillRect/>
                </a:stretch>
              </p:blipFill>
              <p:spPr bwMode="auto">
                <a:xfrm>
                  <a:off x="4500563" y="5084763"/>
                  <a:ext cx="1258887" cy="4318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0685" name="TextBox3" r:id="rId6" imgW="792360" imgH="434520"/>
        </mc:Choice>
        <mc:Fallback>
          <p:control name="TextBox3" r:id="rId6" imgW="792360" imgH="434520">
            <p:pic>
              <p:nvPicPr>
                <p:cNvPr id="14" name="TextBox3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1"/>
                <a:srcRect/>
                <a:stretch>
                  <a:fillRect/>
                </a:stretch>
              </p:blipFill>
              <p:spPr bwMode="auto">
                <a:xfrm>
                  <a:off x="3492500" y="5084763"/>
                  <a:ext cx="790575" cy="4318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0686" name="CommandButton3" r:id="rId7" imgW="1257480" imgH="434520"/>
        </mc:Choice>
        <mc:Fallback>
          <p:control name="CommandButton3" r:id="rId7" imgW="1257480" imgH="434520">
            <p:pic>
              <p:nvPicPr>
                <p:cNvPr id="16" name="CommandButton3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2"/>
                <a:srcRect/>
                <a:stretch>
                  <a:fillRect/>
                </a:stretch>
              </p:blipFill>
              <p:spPr bwMode="auto">
                <a:xfrm>
                  <a:off x="1692275" y="5084763"/>
                  <a:ext cx="1258888" cy="4318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0687" name="TextBox4" r:id="rId8" imgW="792360" imgH="434520"/>
        </mc:Choice>
        <mc:Fallback>
          <p:control name="TextBox4" r:id="rId8" imgW="792360" imgH="434520">
            <p:pic>
              <p:nvPicPr>
                <p:cNvPr id="17" name="TextBox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1"/>
                <a:srcRect/>
                <a:stretch>
                  <a:fillRect/>
                </a:stretch>
              </p:blipFill>
              <p:spPr bwMode="auto">
                <a:xfrm>
                  <a:off x="3203575" y="5661025"/>
                  <a:ext cx="790575" cy="4318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0688" name="CommandButton4" r:id="rId9" imgW="1257480" imgH="434520"/>
        </mc:Choice>
        <mc:Fallback>
          <p:control name="CommandButton4" r:id="rId9" imgW="1257480" imgH="434520">
            <p:pic>
              <p:nvPicPr>
                <p:cNvPr id="18" name="CommandButt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2"/>
                <a:srcRect/>
                <a:stretch>
                  <a:fillRect/>
                </a:stretch>
              </p:blipFill>
              <p:spPr bwMode="auto">
                <a:xfrm>
                  <a:off x="971550" y="5661025"/>
                  <a:ext cx="1258888" cy="4318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0689" name="OptionButton1" r:id="rId10" imgW="213480" imgH="289440"/>
        </mc:Choice>
        <mc:Fallback>
          <p:control name="OptionButton1" r:id="rId10" imgW="213480" imgH="289440">
            <p:pic>
              <p:nvPicPr>
                <p:cNvPr id="19" name="OptionButt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3"/>
                <a:srcRect/>
                <a:stretch>
                  <a:fillRect/>
                </a:stretch>
              </p:blipFill>
              <p:spPr bwMode="auto">
                <a:xfrm>
                  <a:off x="2771775" y="6308725"/>
                  <a:ext cx="215900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0690" name="OptionButton2" r:id="rId11" imgW="213480" imgH="289440"/>
        </mc:Choice>
        <mc:Fallback>
          <p:control name="OptionButton2" r:id="rId11" imgW="213480" imgH="289440">
            <p:pic>
              <p:nvPicPr>
                <p:cNvPr id="20" name="OptionButton2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3"/>
                <a:srcRect/>
                <a:stretch>
                  <a:fillRect/>
                </a:stretch>
              </p:blipFill>
              <p:spPr bwMode="auto">
                <a:xfrm>
                  <a:off x="1979613" y="6308725"/>
                  <a:ext cx="215900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0691" name="CommandButton5" r:id="rId12" imgW="1257480" imgH="434520"/>
        </mc:Choice>
        <mc:Fallback>
          <p:control name="CommandButton5" r:id="rId12" imgW="1257480" imgH="434520">
            <p:pic>
              <p:nvPicPr>
                <p:cNvPr id="21" name="CommandButton5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2"/>
                <a:srcRect/>
                <a:stretch>
                  <a:fillRect/>
                </a:stretch>
              </p:blipFill>
              <p:spPr bwMode="auto">
                <a:xfrm>
                  <a:off x="250825" y="6426200"/>
                  <a:ext cx="1258888" cy="4318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78098"/>
          </a:xfrm>
        </p:spPr>
        <p:txBody>
          <a:bodyPr/>
          <a:lstStyle/>
          <a:p>
            <a:r>
              <a:rPr lang="he-IL" u="sng" dirty="0" smtClean="0">
                <a:cs typeface="+mn-cs"/>
              </a:rPr>
              <a:t>שאלה 16</a:t>
            </a:r>
            <a:endParaRPr lang="he-IL" u="sng" dirty="0">
              <a:cs typeface="+mn-cs"/>
            </a:endParaRPr>
          </a:p>
        </p:txBody>
      </p:sp>
      <p:pic>
        <p:nvPicPr>
          <p:cNvPr id="67591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95536" y="980728"/>
            <a:ext cx="7941683" cy="2530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592" name="Picture 8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991343" y="3510955"/>
            <a:ext cx="1893770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593" name="Picture 9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859634" y="4729685"/>
            <a:ext cx="2157187" cy="14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594" name="Picture 10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051696" y="3545940"/>
            <a:ext cx="2241029" cy="1333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595" name="Picture 11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139444" y="4909257"/>
            <a:ext cx="2065532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1547664" y="4191092"/>
            <a:ext cx="62228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rgbClr val="4244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רמז:</a:t>
            </a:r>
            <a:endParaRPr lang="he-IL" b="1" dirty="0">
              <a:solidFill>
                <a:srgbClr val="4244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2134" y="5013176"/>
            <a:ext cx="2042547" cy="92333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rgbClr val="7030A0"/>
                </a:solidFill>
              </a:rPr>
              <a:t>השטח של המשולש </a:t>
            </a:r>
            <a:r>
              <a:rPr lang="en-US" b="1" dirty="0" smtClean="0">
                <a:solidFill>
                  <a:srgbClr val="7030A0"/>
                </a:solidFill>
              </a:rPr>
              <a:t/>
            </a:r>
            <a:br>
              <a:rPr lang="en-US" b="1" dirty="0" smtClean="0">
                <a:solidFill>
                  <a:srgbClr val="7030A0"/>
                </a:solidFill>
              </a:rPr>
            </a:br>
            <a:r>
              <a:rPr lang="he-IL" b="1" dirty="0" smtClean="0">
                <a:solidFill>
                  <a:srgbClr val="7030A0"/>
                </a:solidFill>
              </a:rPr>
              <a:t>האפור הוא שישית </a:t>
            </a:r>
            <a:r>
              <a:rPr lang="en-US" b="1" dirty="0" smtClean="0">
                <a:solidFill>
                  <a:srgbClr val="7030A0"/>
                </a:solidFill>
              </a:rPr>
              <a:t/>
            </a:r>
            <a:br>
              <a:rPr lang="en-US" b="1" dirty="0" smtClean="0">
                <a:solidFill>
                  <a:srgbClr val="7030A0"/>
                </a:solidFill>
              </a:rPr>
            </a:br>
            <a:r>
              <a:rPr lang="he-IL" b="1" dirty="0" smtClean="0">
                <a:solidFill>
                  <a:srgbClr val="7030A0"/>
                </a:solidFill>
              </a:rPr>
              <a:t>משטח המלבן</a:t>
            </a:r>
            <a:endParaRPr lang="he-IL" b="1" dirty="0">
              <a:solidFill>
                <a:srgbClr val="7030A0"/>
              </a:solidFill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67611" name="OptionButton1" r:id="rId2" imgW="678240" imgH="289440"/>
        </mc:Choice>
        <mc:Fallback>
          <p:control name="OptionButton1" r:id="rId2" imgW="678240" imgH="289440">
            <p:pic>
              <p:nvPicPr>
                <p:cNvPr id="4" name="OptionButt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3"/>
                <a:srcRect/>
                <a:stretch>
                  <a:fillRect/>
                </a:stretch>
              </p:blipFill>
              <p:spPr bwMode="auto">
                <a:xfrm>
                  <a:off x="8027988" y="3860800"/>
                  <a:ext cx="677862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7612" name="OptionButton2" r:id="rId3" imgW="434520" imgH="289440"/>
        </mc:Choice>
        <mc:Fallback>
          <p:control name="OptionButton2" r:id="rId3" imgW="434520" imgH="289440">
            <p:pic>
              <p:nvPicPr>
                <p:cNvPr id="5" name="OptionButton2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4"/>
                <a:srcRect/>
                <a:stretch>
                  <a:fillRect/>
                </a:stretch>
              </p:blipFill>
              <p:spPr bwMode="auto">
                <a:xfrm>
                  <a:off x="8101013" y="5229225"/>
                  <a:ext cx="431800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7613" name="OptionButton3" r:id="rId4" imgW="678240" imgH="289440"/>
        </mc:Choice>
        <mc:Fallback>
          <p:control name="OptionButton3" r:id="rId4" imgW="678240" imgH="289440">
            <p:pic>
              <p:nvPicPr>
                <p:cNvPr id="6" name="OptionButton3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3"/>
                <a:srcRect/>
                <a:stretch>
                  <a:fillRect/>
                </a:stretch>
              </p:blipFill>
              <p:spPr bwMode="auto">
                <a:xfrm>
                  <a:off x="5292725" y="3860800"/>
                  <a:ext cx="677863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7614" name="OptionButton4" r:id="rId5" imgW="678240" imgH="289440"/>
        </mc:Choice>
        <mc:Fallback>
          <p:control name="OptionButton4" r:id="rId5" imgW="678240" imgH="289440">
            <p:pic>
              <p:nvPicPr>
                <p:cNvPr id="7" name="OptionButt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3"/>
                <a:srcRect/>
                <a:stretch>
                  <a:fillRect/>
                </a:stretch>
              </p:blipFill>
              <p:spPr bwMode="auto">
                <a:xfrm>
                  <a:off x="5292725" y="5157788"/>
                  <a:ext cx="677863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7615" name="CommandButton1" r:id="rId6" imgW="1257480" imgH="579240"/>
        </mc:Choice>
        <mc:Fallback>
          <p:control name="CommandButton1" r:id="rId6" imgW="1257480" imgH="579240">
            <p:pic>
              <p:nvPicPr>
                <p:cNvPr id="9" name="CommandButt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5"/>
                <a:srcRect/>
                <a:stretch>
                  <a:fillRect/>
                </a:stretch>
              </p:blipFill>
              <p:spPr bwMode="auto">
                <a:xfrm>
                  <a:off x="4572000" y="6281738"/>
                  <a:ext cx="1258888" cy="5762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u="sng" dirty="0" smtClean="0">
                <a:cs typeface="+mn-cs"/>
              </a:rPr>
              <a:t>שאלה 17</a:t>
            </a:r>
            <a:endParaRPr lang="he-IL" u="sng" dirty="0">
              <a:cs typeface="+mn-cs"/>
            </a:endParaRPr>
          </a:p>
        </p:txBody>
      </p:sp>
      <p:pic>
        <p:nvPicPr>
          <p:cNvPr id="68615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3528" y="1556792"/>
            <a:ext cx="4057650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16" name="Picture 8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403553" y="1568588"/>
            <a:ext cx="4182524" cy="106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17" name="Picture 9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012160" y="3933056"/>
            <a:ext cx="132397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18" name="Picture 10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012160" y="4438456"/>
            <a:ext cx="1409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19" name="Picture 11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088406" y="3953445"/>
            <a:ext cx="119062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20" name="Picture 1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059832" y="4437112"/>
            <a:ext cx="124777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8622" name="AutoShape 14" descr="data:image/jpeg;base64,/9j/4AAQSkZJRgABAQAAAQABAAD/2wCEAAkGBxQTEhQSEhQUFBUXFxgXGBUXFBAWGxcVFhkWFhQWFBQYHCggGBolHBYUITEhJyorLi4uFx8zODMsQygtLisBCgoKDg0OGxAQGywkICYsLCwsLCwsLCwsLCwsLCwsLCw0NCwsLCwsLCwsLCwsLCwsLCwsLCwsLCwsLCwsLCwsLP/AABEIAOEA4AMBEQACEQEDEQH/xAAcAAEAAgMBAQEAAAAAAAAAAAAABgcDBAUCAQj/xABIEAABAwIACgYHBAgDCQAAAAABAAIDBBEFBhIhMUFRYXGBBxMicpGxMkJSYqHB0RQjM2M0Q4KSosLh8FNzshYXJERUg5Oz8f/EABwBAQABBQEBAAAAAAAAAAAAAAAGAQIDBAUHCP/EADwRAAIBAgMEBwcCBQMFAAAAAAABAgMEBRExEiFRcQYyQWGBkbETIjOhwdHhFEIjJFJi8BY0chVDU4KS/9oADAMBAAIRAxEAPwC8UAQBAEAQBAEAQBAEBEMbsfIaS8cdpp/ZB7LD+Y4a/dGfhpV8YNnWsMIq3XvP3Y8ePIqPDGHqiqdlzSOdnuG3s1vdYMw46d6zqKRMbayoW8cqcfHtZJ8R8fH07hDUuc+A5g43c6LffSWbtWrYbJwz0OVimDRqp1KKylw7H+S4opA4BzSHNIBBBBBBzgg6wsBDmmnkz0hQIAgCAIAgCAIAgCAIAgCAIAgCAIAgCAIAgCAICtekjHZ0ZdSUzrOGaWQaW39Rh1HadWgZ72ywh2skmD4SqiVest3YuPfyK/wDgGeseWQMyrZ3OJs1t9bnfLOVlckiRXV7RtI51HyS1N3GTE6pomh8oa5hNsuMucAdQdcAi/gqKaZgssVoXUtmOafBkfVx0yyOinGd4kFFIbscHGInS1wGUWd0gOI2Eb82KpHtIvjuHxUf1ENe37lqrCRUIAgCAIAgCAIAgCAIAgCAIAgCAIAgCA1MLYRZTwvmkNmMFztOoAbybAcVVLMy0aMq1RU4ashdB0qU7jaWKWIX9IZLwBtNrHwBV7ps7VXo9cRWcWn8iZ4MwrDUNyoJGSDXkkEjc4aWnirGmtTi1qFSi9mpFp95qY2YX+y0kswtlAWZf23HJbm15zfgCqxWbM1jb/qK8afHXl2n56kkLiXOJJJJJJuSTnJJ1lbJ6LGKikloi/8AEnA4paOJgFnOaHyHa9wBN+GZvBoWtN5s88xG5dxcSm9NFyR0MNYPbUQSwu0PaW8D6pG8Gx5KieTMFvWdGrGpHsZ+by0jMcxGkb1tHpUWmk0dnEtxFfS2/wAVvgTY/C6tnoaOKL+Tqci1sY+kGmpiWNvPINLWEZLTsc/QDuFyFhjBsidng9xcLa6seL+xFv8AezLf9Gjts6x9/G3yV/sjrf6bhl8R+Rnh6Wz61L4TfIsT2Rjl0bf7any/JuN6WIddPLydGfmrfZMw/wCnK39a+Z1MA9IdPUzNgDJY3PzNLwzJJ9m4cbE8FR02lmal1gte3puo2mlrkTBWHICAIAgNLB+E45nStjN+qkMbu8GtcbcMq3FpVWsjLUozpqLktVmuRuqhiCAIAgAKAIAgCAICr+mLDP4VI0/mSfERg+DjburNTXaSfo7a5uVd8l9Ss2NJIABJJsAM5JOgAbVlJU2ks2bphqKVzXls1O71XFskZPAkC6puZrbdvcpwzjJcNzOnhrHGoqqdtPPkuyXh/WAZJdYOFnAZj6V7i2hUUEnmatthVG3rurT4ZZcCOlXHTZ+lsHyB0UbhoLGkcCAQtV6nmNRZTafE2FQsPzljFDkVVQ3ZNIBwy3W+C2o6HpFjLatqb/tXoaEby03aSDtBIPiFU2JRUlk0eULj6gAGpCjaSzZ0RgCqyS/7NPkjX1UlrbdGhU2kav6622tn2kc+aNOjqTHIyRvpMc144tIcPJVZmrU1Upyg+1NH6VhkDmhw0EAjgRcLUPM2snke0KBARvHrGQUVOSCOufdsTd+t5Gxt78bDWroRzZ0cMsXd1kv2rV/TxIp0M1ZJqmOJN8h+e5JJyw4k6/VV9VHW6RUlH2ckuK9Cz1iIwEAQBAVtj/iY4ZVXR5TXZ3SRMJF9ZfGBr1ka9Iz6csJdjJFhWJQ3UbhJrsbXyfcV9SYxVcedlTMN3WPI/dJIWXZTJJPD7WfWpry+x3qDpKrY7ZZjmHvsANuLLeStdNHPq4Baz6ucfH7kqwV0qQuzVET4j7TT1jeeYOHIFY3TfYcmv0erQ305KXyZM8F4ZgqBeCVkm0A5x3mnOOYVjTRxa1vVovKpFoonHDCP2isnlvcF5a3us7DbcQ2/NbEVkie4bQ9jawj3Zvx3kl6IMGiSpkmcL9UwZNxofISARvAa4ftK2o9xzOkNdxpRpr9z38kWzW0jJWGOVjXsdpa4AhYE8iJU6kqclKDyZTGPmJjqN3WxXdTuNhrMZOhrjrGx3I79iE8yaYViquV7OpumvmRBXnbL/wARa0S0FO4G5awMd3o+wb+F+a1prJnneJUnSupxfHPz3neVpon56xyFq6q/zn+a2YaHoeFvO0p8jjq43wgJHilifNWuyh93CDZ0pHiGD1j8B8FZKaRysQxWlaLZ1lw+5cGAMV6akaBFGMrXI6znn9rVwFgsLk2Q66v69y86kt3DsO0rTTPzpjMWmrqci2T10lraPSOjctqOh6NYKX6anta7KL4xXmL6OmcdJhjJ45AutaWpAbuOzXnH+5+p01Q1zmYwYcipIjLMdzWj0nu1NaP7sqpNmza2tS5qKFNfgojGLDklZM6aXg1o0MZqaPrrK2YxyRPbKzha0tiHi+LJF0VYUjgqJeukZG10XpPc1oLg9thc67F3gVZUWaOZj9vOrShsRbafZyLM/wBsKH/qof3vmsWyyM/9OutfZvyPTcbKI/8ANQf+Rg+abLLf0F1/45eTNunw1Tv9CeF3dljPkVTJmKdvVh1oteDN5rgc4zqhhayPqAqDpQxVED/tULbRPNntAzMkOvc13wPELPTlnuJfgeI+0j7Co96071w8CArISMID1FK5rg5pLXDQ4Egg7iM4QtnCM1lJZo8koVW4sbodwnGySaBxAfJkuYT62RlXbxz3HNYqi7SM9IreclGqtFufcWusJFDXr6Nk0bopWh7HCxaf7zHXdVTyL6dSVOSnB5NH57xiwS6lqJIHX7LuyT6zDnY7mCOd1sp5rM9EsrlXNGNRduvPtJR0YYzspnyRTyNjheMsOcQA2RuY5/eb8WjarZwctDjdIbVSpquuzc+X4JJhfpbooriESVDvdbkNvvc+x5gFXwsqktdxCZXMFoVXhTCP2maSoLcjrXF+TfKycrPa9hfjZVcNh7PA9Kwr/Z0n/ajWVDoGMVrI3tL2dYAQXMyizKbrblgXbfas9Og5rPQjmN45GzXsqe+b+X5LyxNx3oqlrIYiIHgACB+SzRqjI7L+Az7QFq1bepT3vzIYrlVXm3vfEl61zIcLHTDYpKSSUHtnsRja92g8hd3JXRWbN7D7V3NeMOzV8j8/krZPQ0styP0Jig61BSk6BBHn3ZIWtLU85v1/NVMv6n6nCxn6RYILsgtPLtB+7afeePS4N8Qro029TfssErV/eqe7H5+RUuF8LS1MhlneXuOjY0ey1ugBZkkiYW1rSt4bFNZerNJVNgIAgCA7+L+J1VV2LI8mM/rZLtbb3dbuQsrZSSOZd4rb2+5vN8F/m4s3FnECKlIe6WWR+nM50bL91hueZI3LDKeZFr3FqlzuUUlyzfm/oTFWHJKv6R8dmOa+jgDXg9mWQgEC3qx7SCPS1WzbRmhDtZJ8HwmWauKm7tS+r7isllJWEAQBAGmxuMxGcHYdyFGk1kybYtdI88FmT3nj0XJ+8aNz/W4O8Qscqaehwb3AqVXOVH3X8vwdXDnTExhyaeme8+1K4MbxDW5RcOYWalZ7azbIZfQq2k9ipFr0ZXmGMaZq6YSTiMOycluQ3JAAJNjcknSdJWepbKnHOJ1ujOKNVnbz0lpz/JqvbcEHWteLyeZNq9GNanKnLRrI4zm2JGxdZPNZnjtek6VSVOWqbXkdiEWa0bh5Ll1HnJnrmHw2LWnHhFehjqp8kbzo+qvo0tt9xoY1i0bGj7vXei+pyyb5yuklluR5hUqSqSc5vNvVnxCwnGKvSXWUxayQ/aYtGTITlge5Lp/evyWnWtKbWa3G7azq1JqnFbTeiPeOWM766bLsWxtzRxm2YG2UXW0uNvgBvOjGOyem4Zh6tKe/rPV/Q4CuOmdCrw5USRshfK/qmNDGxg5LcloAFwPS0aTdU2UalOyoQm6iitpvPPU56qbYQBAfEKEoxfxEqqmzsnqYz68gIuPdZpd8BvVkppHJu8Zt6G5PafBfcsvF/EClprOc3r5B68gBAPux6Bzud6xObZGbvGLi43Z7K4IlasOUEBEce6mtc37PRQvOUPvJgWts0+pG5xGc6zq46L4Zas6uGQtYy9rcS00WufMryHo4rzpjY3vSx/ykrL7SJI5Y9ZrRt+Bst6L63bAOMj/kxU9ojG+kNtwl5L7iXoxrGgudJTADSTLIAOJMar7RFP8AUVtwl8vuRHC0DIHZJnglP5LzIBxcBb4rPClOW/Iouktjnk214fbM1GTtOghJUprVHQoYrZ13lTqLPnl6mRYzfCFTy9gIsRdXRk4vNGvcW1K4g6dWOaOfPSluducfELdp11P3ZEExLAK1lL29s24rf3r7o3oJcpoPjxWpUhsSyJnhl9G8t41Vr29z7TTq6ZxcS0Xvw0rZo1oqOTZE8cwO5q3cqtCGaeXate03XuDRc6AtVJzlkiYVa8LS226mkV/iOTLIXG5XThBRWSPKb68qXdZ1anb8lwPLWk5gLqraW9mGjQqVpbFOLb7jbioT6xtu1rWndJdUlNl0Uqz964lsrgt7+y+ZtxQNboHNas6sp6kussKtbPfSjv4vezKsZ0QgCAIDNR0ckrsmJj5HbGNc4+AVG0jFVrU6SznJLmTDAnRpVS2MxbTs32c88GA2HMjgrHUS0OLc4/Qp7qS2n5IsPAOJNJS2c1nWSD9ZJZxB2tGhvIXWNzbI7dYpc3G6UslwW5EkVhzggCAIDQwnhqnpxeeaKLvva0ngCbnkrowlLqrMtcktWQ7C3S5Qx3EQlqD7rcht97n2PMArZhZVJa7jDK5gtCE4Y6XayS4gbHTjaB1jx+04ZP8ACtuFjBdZ5mvK7k9CE4UwvPUG9RNJKdIy3uIHdbobyC2oU4Q6qNeVSUtWaSvLAgNinqi3NpGz6LDVoKe/tO9hWPV7J7Evehw7VyN+Koa7QeWtaU6Uo6ondnjFpdr3J7+D3MyrEdQIUMbIgCSM19I1cVfKbksmalCxpUKkp0921quzPjzMisNw+EKuZbKMZLKSzRgko2k30cNazRuJxWRwrro5Z16inls8Utyf28DKyMDMBZYpTctTrW1pRto7NKKSPatNkIDy5wGk2VVFvQxVK9Kks5yS5sxPq2DXfhnWVUJvsOTX6Q2FL9+fLeYH4Q2DxWaNrxZxa/S+P/Zp+b+xvYAw+2CXLmpoqlmtjy8W7puRfvA8lWdpFr3Xkcer0kvar3vJd278l3Yo47UFQGxwltO/VA9rIzfYy3ZfyN9wXPq29SGprq5VV5t7+8l61y8IAgCAIAgIZjJgeirnviqoxHK05LZ22a63q9u2cWPouuFpUMajSryoyey0+3Rmeph7nTVRLNfNFV429HNVR3kaPtEAz9YwG7R+ZHpHEXG2yktG7hU3Pczi1baUd6Iats1wgCAIVSbeSMrKdx0A+XmscqsFqzo0MHva/Upvx3eplbQO1kD4rE7qPYdej0Tu5b5yjH5m1DTlvru+Fvjda86ql+0k9hhFa1yzryfd2fPM2FgO4EGgQJ56BCoQGGVzx6LQefyWWEYPrM5N7cX9P4FJSX/Lf5bvU1JKp40i3I/NbMaFJ6PMit3j2K0nlOGx/wCv3MLqhx9Y+XksypQXYcWtjN9V61V+G70MRKyJZHOnUlN5ybfMIWhAEAIQEpxcx/raSzWydbGP1Ut3i3uuvlN5G25a1S1pz7MmZ4XE4lo4u9K9JOWsmDqeU5gDd7CdjXtF/EBaFWznDet6NyFxGRPWPBAINwc4O0FahsHpAEAQEJxljtUO3hp+FvkoPjUNm7k+KTJDh0s6C7sz5gzDUkVh6bPZOrunUqWWLVrb3X70eH2K3FjTq71uZzMZsSKGtY+ogc2llaC95sAywzuMserX2287qcYdjEKy9x59z1RHbnDpKWWW96ZdpTz8GkOLS5pAJGU25Dra23AzcV2ndRy3I3rXopc1N9VqK82ZWUTRpueP9FhlczehIbfoxZUuunJ97+iM7GAaAAsLlJ6s7VG0oUVlTglyR6VpshAEBimnDdOnZrWSFKU9DmX+LW1kv4kt/BanPnqi7NoGz6rep0Iw39pAsTx+4vM4r3YcF282Yg8jQSOZWVxT1RyYXVaHVm1ybNukq9Tjz+q1a1DtiSvA+kLi/Y3TzT0k+zufcb60idJ5hCp8QtcVJZMxSUzTq8MyyxrTj2nLucEsrjrQSfFbjWkoPZPj9VsRuv6kRy66Itb7efhL7r7GtJC5ukf3xWxGpGWjI1d4ZdWvxYNLjqvMxq80DJTwPkcGRtc9x0NY1znHg1ouVRyS3sqot6E0wJ0WV09jI1tOzbIbutujbc33OLVqzvacdN5sQtZvXcTah6MsHUoDqyYyn8yQRMvuY0g8i4rVdzWqboLyM3sqNNZzfmdqlxiwZTdinawarQwnOT7wABPNP0dzP3pLzZY7+2i8k/JExC0TfCAIAgInjez7xjtrLeBP1US6QwyrRlxXodvC5e5Jd5wVHjqGKqJ6t9iR2HDNm0tIK2bSbhWg08t69SqSbWfErBeoEiPqAIAgMcsobpP98FfCnKWho3mI29pHOtLLu7fI0pq0nM3Nv1/0W5Ttkt8t5C8Q6U1qucLdbK49v4NQlbORFpTlN7UnmwhaEAQG3S1dsztG3Z/Ra1ahtb46krwTpA6GVC4ecOx8Px6HQBWjoegRkpJSi80z6qFwQBAfEKNJrJm7i7S0pqGGqjy4s+UA6Ruq4PYznPmtm051sQlWn7kNSIdIcNsbeg7lrZea00efcWCMeIKdvV0FIyJu0hrbnaWM9LiXLPHDJyedWRAKmLxjupR8zhYRxuq5r5Uzmj2Y+wPFuc8yt2nY0Iftz57zn1cQr1NZZctxxHG5uc5OknOTxK20ktyNNtvezs4mUXXVsDSLgOyzwYC4X5gDmtW+qbFCT8PM27Cn7SvFePkXeouS4IAgCAjWOLPwnd4f6T8lGukUN0Jc0dbCnvkuRGlFjsniZt2uG0EfBZKTyqRfeiq1KuC9VRIT6hUy0lOZJGRttlPc1gvmF3ENFzsuUMdWoqcHN6JZmzjfi7V0J+9YOrOYTMu5hOwkgZJ3EZ9V1sWypz7d/Ag+J9JLmXu0Fsrjq/siLE30roJJaERqVJ1JbU22+LPiFgQBAEAQBAbFLUlpA0g6td930WCrRUln2kgwfHKtm/Zz96HDtXL7HXmgcwgPY9hIBs9rmGx0HJcAbLns9HoXFOvBVKbzTPCoZggCA2aJuk8vr8l1MOhrLwPOunl3upWy75P0X1NtdQ84CAICddE9JeaaX2GBo4vN/JnxXIxaeUYx8TtYNTznKfBZFnrhkgCAIAgOFjcz7pp2PHxDv6LhdII526fBnRwx5VWu4iShx3grovJoFWvbYkbDbwXqtN7UE+4kMXmkz4ri42cGOImiIzESMIOwhwste7bVCbXB+hirJOnJPgy6aLDjXtMNU0PY4ZJJaHAg6nt1hRXD8daajX/+vuQm6w1NZ0/Ig+OnRZmNRg7ttPaMF75tsLtfdOfYdAU3tb+M0tp5rsZHK9o03lrwKqe0gkEEEEgggggjMQQdBXTTzNBrLcz4gCA2KGhlmdkwxySu2Rsc8jiGg2Vspxjq8i6MJS0RLsFdFmEJrFzGQN2yvF7bmsyjfcbLWne046bzPG1m9dx34+j7B1LnrqwyPGmKOzeRa3Kfzu1WRq3FX4cfH/NxSf6ej8SRtxYzUdLmwfRMYdHWyC7uZuXEcXBZo4dUnvqz8EalTFYR3Uo+LIVhzCklTM+aU3cc2YWADRYADUMy0qkIwk4x0PW8FpOnY09rVrN83vNBWHVCAIDepB2Qu7ZR2aK7zxrpdc+2xOaWkUo/Lf8ANmZbZGAgCAtfospcmkc//EkcR3WgNHxDlHsUnnWy4Ik2Ew2aGfFkyXNOoEAQBAcjGll4Cdjmn42+a5GORztG+DRu4e8q68SGKEEiCArKubaSQbHuHgSvUrWW1Qg+5eh36TzguRhWcyGfB/4sffZ/qC17v4E/+L9DHV6j5MsxeXHAN7BuFHwnsm7dbToPDYd66FliNW1fu71w/wA0Na4tIVlv14njGXE2mwq3roj1FQCA5+TfK3SNBGVm0OBvo4KeYZi0a0NqGnan2MjN5YuEspa8TjQ9ElLCAautdvt1UI/jLvNdP9ZUnuhH6mi7enDfORtspMBUvoxNncNofPf985HgrlRvKvd8jFO7tKfbny3iq6RckZFJTsjaNBdb/wBbLAeK2KeFZ76kvI1KmMdlOPmRrCWM1VP+JM+3stOQ3gQ21+d1v07OjT0j57znVb2vU1l5bjkLZNU+OOZWyezFsy29J1asaa7Wl5s5l1Gm83mfQdOChFRXYsgqF4QBCjeSzZ02CwAUlpx2YpHz/fV3XualV9sm/mfVeagQBAXdiXS9XRU7drMs8ZCX/wAyit5PbrSff6EwsobFCK7vU7a1jaCAIAgOdjAy9PJwB8CCudisNq0nyz8jasnlXiQZQIkoQFb4YZaeUe+74klem4fLatab/tR3aDzpx5GotwzGaiP3kffb5hYLr4M+T9DHV6j5Fmry04AQEnxOPZkG9vkfopX0dfuTXeji4qvejyIN0n/pv/aZ5uXomFfBfP7EFxf4/gRJdI5QQBAEBjqD2T/enMte6ls0pM7nRyh7bE6MeDz8t5z1Hz3AIAgPUYuQN6yUY7VRLvNDFLj9PZ1avCL9DpKSHgYQoEB9Ywkho0k2HE5gqSeSzLorNpH6EpogxjWDQ1oaOAFgodJ5tsm0VlFIyKhcEAQBAamFm3hlHuO+AJWpfR2raov7X6Ga3eVWL70QBeeEpCArzGBtqiXvX8QD816RhMtqzpvuO3avOlE566JsGai/EZ32+YWC5+DPk/Qx1Oo+RZq8tOAEBJMTT+L+x/MpP0dfxFy+px8V1j4kG6S3f8c7cxg+BPzXpOF/A8WQHFv9x4Iiq6JzAgCAIDBWHs8T/VaV/LKll3kv6FUtvEdr+mLfojSXEPXQgCAy0g7Q3Z/l81uWMc6y7iL9L6/ssLml+5pfPP6G+u4eNhAEB0MXoMuqp2bZWX4BwJ+AKwXUtmjJ9zNi1jtVorvRfKiZMggCAIAgMNYy8bxta4eIKxV47VKS7n6F9N5TT7yuwvNyWBUBAMaG2qZN+Sf4Wr0PBJZ2UPH1OzaPOkjlrrG0ZaT02d5vmFhuPhS5P0MdTqPkWcvLTgBUBI8TTnl4M/mUm6O61PD6nIxX9vj9CB9I7718m5rB/AD816Zhi/gLmzz/ABV53D5IjK3zmhAEAQGrXHQFzcRe6KPQegVL+JWqdyXnn9jVXJPSwgCA2aIZyV0sOj70mQDp5Xyo0qXFt+S/JtrrHmQQBASPo9gyq+LY0PceTHAfEhaOIyyoPvyOhhkdq4XdmXMo0SoIAgCAIDzI24I2gq2azi0VTyZW680ayZLloFQEGxvbaoO9rT8vkp70elnZrubOvZP+H4nFXcNwyUvps7zfMLFcfClyfoY6nUfIs9eWHACoCRYnHtS8G+blJejvWqeH1ORiukfH6FfY+uvXz8WDwjYvT8PX8vHx9TzvEX/My/zsI+t00QgCAIDTrTnHDz/+LkYi/fS7j1HoHSytas+MkvJfk11zidhAEBuUQzHiuxh0coN955Z06rbV5Tp8I5+b/BsLoEGCAICZ9FUN6p7vZiPi5zbfAFcvFZZUku86+Dxzqt8EWsuASMIAgCAIAqPQFbvGc8SvNqqym13slsOqjysZcQnHNv34O2Nvm4KddHJZ2rX9zOtYv+G+Zwl3zdPdP6be8PNY63w5cn6Fk+qy0F5W9SPhUBIMTvTk7o8ypJ0d68+SOTiukfErvHV966oPv28GtHyXqViv5eJ5ziDzuJHEW2aQQBAEBo1h7XILiX7zq+B6/wBC6ezhifGUn9PoYVpEtCAIDepR2Qu9ZRyoo8Y6W1vaYpU7sl5IzLaI0EAQFidEcP6S/wDy2j+MnzauLi8t8VzO9g0d05cixVxjuBAEAQBAEBAsK4PfE45QzEmzhoP0O5QHELKrb1G5rc3ufYSW1uIVYpLVdhpLnm0Q7HZv3rD7nk4/VTXo0/4E13/Q6lh1XzI6pIb57g9JvEeax1vhy5P0LJ9VloLyt6kfCoCQYnenJ3R5qSdHevPkjk4r1Y+JWmNL71lSfzXjwcR8l6pZrKhHkebXrzrzfectbJqhAEAQHPqT2j/epcC8edZntnRensYVS7035tmNaxIAgCA6MI7I4KR0I7NOK7jwbGK3tr+tPjJ+uR7WU5gQBAWl0URWppXe1KRyaxnzJUfxV51Uu4kmDxyot95N1zDrBAEAQBAEBjnha9pa4Ag6QVjq0oVYuE1mmXQnKD2oveQ/DOBXQ9pt3R7dbdzvqobiWFTtntw3w9P84netL1Vfdlul6ld47jtxd0+YXa6MP+HU5okNhpIjSk50T1F6Q4hWVeo+TLZ9VloleVPUjwVAd/E/8R/dHmpH0d+JPkjlYr1Y8ysMPOvVVB/Ol/1uXrFssqMeSPMrl51pc2aCzGAIAgCA50x7R4qO3Dzqyfee74HT9nh1GP8AavnvPCwnVCAAKsVm8jHVnsU5S4Js6ikyWSyPnqpLbm5cXmFUsCAIC4ejaK1BGfadIf4y3+VRrEXncPw9CVYWsrdeJKFonQCAIAgCAIAgPjmgixFwdIKpKKksmVTy3oqnpTxcczIniaTELh2vIJItf3Tt1eCw2FnTtpT2NJb8uBK8ExBTbpVH73Z3/krldIkx6i0jiFZU6j5Mtl1WWiV5U9SPBUB38T/xH90eakXR34k+S9TlYr1I8yq8KPvPMdsjz4uJXrVBZU48keY13nVlzZqrKYQgCAIDmP0niVGqjzm33n0DYw2LanHhGPofFYbYQHqIZxxCy0FnUiu85uMVfZWFafCL9DpKRngoQBAbNJQSy/hRSSb2Me74gLHOtTh1pJGWFGpPqxb8C5sTaN0VHDG9pa4AktIsQXOc4gjmozdzU60pLQldlTdOhGLW87S1jaCAIAgCAIAgCA8yRhwLXAEEEEEAgg5iCNYQqm080U9j9iMaa9RTgmDS5ukxfVm/Vr2rPCee5kwwnF1WypVn73Y+P59SDxaRxCrU6j5M78uqy0SvKnqR4KgO9igfvH9z5hSLo78WfL6nLxXqR5lSzvu5ztpJ8TdeuwWUUu48tqPOTZ4VxYEAQBCqWbyOXdRiWrPoelHZpxjwSCoZAgMlMO0P71Las1nWRHelVTYwqr35LzaO7gzBE9QbQxOfvAs0cXnMPFdircU6XXeR45St6tXqRzJlgvo0ebGolDfdjFz++7MPArm1cWWlOPmdWjg71qS8iXYNxSpIbZMLXH2pO2b7e1mHIBc2peVqmsvLcdOlY0KekfPedtotmGZaxtpZH1AEAQBAEAQBAEAQBAfHNBBBFwcxB1jegTyKmx6xDMLjU0rSYr3fGM5j2uaNbN2rhoyOecGnwZLMMxhTj7Gu9/Y+PPv9ToleXy1Lz4rQdvFV1nyHZGT4EKRdHPjS5fU5WLfCX+dhUgXr60PLHqfUKBAEAKpLRmWitqpFd69TlBRln0MtAqFTv4CxPq6qxjjLWH9ZJdjbbRmu7kCrXNI5t1ittb7nLN8FvLHxc6N4ICHznr37CAIx+xnyuZ5Kz20k84vIimJ4pK+h7KUUocNdCbRxhoDWgADQAAAOACxN56nJSS3I9KhUIAgCAIAgCAIAgCAIAgCAIAgI9h/AmVeWIdrS5o17xv8APzjuLYT7TOtRW/tXH8nUsr3Y9yenY+BFlFDtnWwC/JFQ7ZC4+GdSPo0s68uS9TkYy8qK8fQqkL108uPqFAgCAy0tK+V2RGxz3H1Wgk+A1b1ZUnGMW5PIz20ZOrHZWe9ep2cA9HFVPZ0tqdnvi7zwjGjmQovKoloe0XOPUKSyp+8/l5liYBxFpKazsjrXj15bOsfdb6LfC+9YnNsjl1i1zcbm8lwW4k6sOaEAQBAEAQBAEAQBAEAQBAEAQBAEAQBAR3GDAt7yxjPpc0a943+fnHcWwrbTrUlv7Vx/J1LK92f4c9Ox8Dj4NdaKrdsp5PIrD0YWdy/D1K428qHn6FYL1s8xCFDdwZgqaodkwxuedZAzDvOOYcysVWvTpLObyM9G3qVXlBZk6wJ0bAWdVSX/AC47gftPOc8gOK5NfFW91NZd7OxQwhLfVfgicYPwdFA3IhY1jdjRa+8nSTvK5U6kpvOTzOvTpQprKCyNpWGQIAgCAIAgCAIAgCAIAgCAIAgCAIAgCAIAgCAj+HcHtjhrJW5g6nku3fkuJI4rBY2UKV57WG7ay3d+YvbiU7Vwl2J+hVmBsXKip/CjOT/iO7LP3jp5XUxrXdKl1nv4IiFCzrVuqt3HsJ9gXo7hjs6ocZneyLtYOWl3M23LkV8TqT3Q3L5naoYVThvnvfyJjBA1jQ1jWtaNDWgADgAua5OTzZ04xUVklkZFQuCAIAgCAIAgCAIAgCAIAgCAIAgCAIAgCAIAgCAIDnYxfos/+W/yKyUfiLmYbj4UuRuUvoN7o8lbLVl9Pqoyq0vCAIAgCAIAgCAIAgCAIAgCAIAgCAID/9k="/>
          <p:cNvSpPr>
            <a:spLocks noChangeAspect="1" noChangeArrowheads="1"/>
          </p:cNvSpPr>
          <p:nvPr/>
        </p:nvSpPr>
        <p:spPr bwMode="auto">
          <a:xfrm>
            <a:off x="-61913" y="-136525"/>
            <a:ext cx="304801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pic>
        <p:nvPicPr>
          <p:cNvPr id="68623" name="Picture 15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228184" y="4941168"/>
            <a:ext cx="1720511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5148064" y="5517232"/>
            <a:ext cx="62228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rgbClr val="4244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רמז:</a:t>
            </a:r>
            <a:endParaRPr lang="he-IL" b="1" dirty="0">
              <a:solidFill>
                <a:srgbClr val="4244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43195" y="5539382"/>
            <a:ext cx="332975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dirty="0" smtClean="0">
                <a:solidFill>
                  <a:srgbClr val="7030A0"/>
                </a:solidFill>
              </a:rPr>
              <a:t>לכל שתי פאות נגדיות אותו השטח</a:t>
            </a:r>
            <a:endParaRPr lang="he-IL" b="1" dirty="0">
              <a:solidFill>
                <a:srgbClr val="7030A0"/>
              </a:solidFill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68635" name="OptionButton1" r:id="rId2" imgW="678240" imgH="289440"/>
        </mc:Choice>
        <mc:Fallback>
          <p:control name="OptionButton1" r:id="rId2" imgW="678240" imgH="289440">
            <p:pic>
              <p:nvPicPr>
                <p:cNvPr id="4" name="OptionButt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5"/>
                <a:srcRect/>
                <a:stretch>
                  <a:fillRect/>
                </a:stretch>
              </p:blipFill>
              <p:spPr bwMode="auto">
                <a:xfrm>
                  <a:off x="7524750" y="4076700"/>
                  <a:ext cx="677863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8636" name="OptionButton2" r:id="rId3" imgW="678240" imgH="289440"/>
        </mc:Choice>
        <mc:Fallback>
          <p:control name="OptionButton2" r:id="rId3" imgW="678240" imgH="289440">
            <p:pic>
              <p:nvPicPr>
                <p:cNvPr id="5" name="OptionButton2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5"/>
                <a:srcRect/>
                <a:stretch>
                  <a:fillRect/>
                </a:stretch>
              </p:blipFill>
              <p:spPr bwMode="auto">
                <a:xfrm>
                  <a:off x="4643438" y="4005263"/>
                  <a:ext cx="677862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8637" name="OptionButton3" r:id="rId4" imgW="678240" imgH="289440"/>
        </mc:Choice>
        <mc:Fallback>
          <p:control name="OptionButton3" r:id="rId4" imgW="678240" imgH="289440">
            <p:pic>
              <p:nvPicPr>
                <p:cNvPr id="6" name="OptionButton3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5"/>
                <a:srcRect/>
                <a:stretch>
                  <a:fillRect/>
                </a:stretch>
              </p:blipFill>
              <p:spPr bwMode="auto">
                <a:xfrm>
                  <a:off x="7524750" y="4508500"/>
                  <a:ext cx="677863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8638" name="OptionButton4" r:id="rId5" imgW="678240" imgH="289440"/>
        </mc:Choice>
        <mc:Fallback>
          <p:control name="OptionButton4" r:id="rId5" imgW="678240" imgH="289440">
            <p:pic>
              <p:nvPicPr>
                <p:cNvPr id="7" name="OptionButt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5"/>
                <a:srcRect/>
                <a:stretch>
                  <a:fillRect/>
                </a:stretch>
              </p:blipFill>
              <p:spPr bwMode="auto">
                <a:xfrm>
                  <a:off x="4643438" y="4508500"/>
                  <a:ext cx="677862" cy="292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8639" name="CommandButton1" r:id="rId6" imgW="1508760" imgH="792360"/>
        </mc:Choice>
        <mc:Fallback>
          <p:control name="CommandButton1" r:id="rId6" imgW="1508760" imgH="792360">
            <p:pic>
              <p:nvPicPr>
                <p:cNvPr id="8" name="CommandButt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6"/>
                <a:srcRect/>
                <a:stretch>
                  <a:fillRect/>
                </a:stretch>
              </p:blipFill>
              <p:spPr bwMode="auto">
                <a:xfrm>
                  <a:off x="323850" y="5949950"/>
                  <a:ext cx="1511300" cy="7921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763110" y="2967335"/>
            <a:ext cx="7617791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סיימתם לפתור ולבדוק את </a:t>
            </a:r>
            <a:r>
              <a:rPr lang="en-US" sz="54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/>
            </a:r>
            <a:br>
              <a:rPr lang="en-US" sz="54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</a:br>
            <a:r>
              <a:rPr lang="he-IL" sz="54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דף מס' 4</a:t>
            </a:r>
          </a:p>
          <a:p>
            <a:pPr algn="ctr"/>
            <a:r>
              <a:rPr lang="he-IL" sz="54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כל הכבוד!!!</a:t>
            </a:r>
            <a:endParaRPr lang="he-IL" sz="5400" b="1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95310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חלון">
  <a:themeElements>
    <a:clrScheme name="עירוני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 קלאסי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חלון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492</TotalTime>
  <Words>406</Words>
  <Application>Microsoft Office PowerPoint</Application>
  <PresentationFormat>‫הצגה על המסך (4:3)</PresentationFormat>
  <Paragraphs>94</Paragraphs>
  <Slides>20</Slides>
  <Notes>0</Notes>
  <HiddenSlides>0</HiddenSlides>
  <MMClips>0</MMClips>
  <ScaleCrop>false</ScaleCrop>
  <HeadingPairs>
    <vt:vector size="8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שרתי OLE מוטבעים</vt:lpstr>
      </vt:variant>
      <vt:variant>
        <vt:i4>1</vt:i4>
      </vt:variant>
      <vt:variant>
        <vt:lpstr>כותרות שקופיות</vt:lpstr>
      </vt:variant>
      <vt:variant>
        <vt:i4>20</vt:i4>
      </vt:variant>
    </vt:vector>
  </HeadingPairs>
  <TitlesOfParts>
    <vt:vector size="26" baseType="lpstr">
      <vt:lpstr>Arial</vt:lpstr>
      <vt:lpstr>Symbol</vt:lpstr>
      <vt:lpstr>Wingdings</vt:lpstr>
      <vt:lpstr>Wingdings 2</vt:lpstr>
      <vt:lpstr>חלון</vt:lpstr>
      <vt:lpstr>משוואה</vt:lpstr>
      <vt:lpstr>דף חודשי מס' 4 פתרונות</vt:lpstr>
      <vt:lpstr>מצגת של PowerPoint‏</vt:lpstr>
      <vt:lpstr>שאלה 1</vt:lpstr>
      <vt:lpstr>שאלה 2</vt:lpstr>
      <vt:lpstr>שאלה 3</vt:lpstr>
      <vt:lpstr>שאלה 4</vt:lpstr>
      <vt:lpstr>שאלה 5</vt:lpstr>
      <vt:lpstr>שאלה 6</vt:lpstr>
      <vt:lpstr>שאלה 7</vt:lpstr>
      <vt:lpstr>שאלה 8</vt:lpstr>
      <vt:lpstr>מצגת של PowerPoint‏</vt:lpstr>
      <vt:lpstr>שאלה 10</vt:lpstr>
      <vt:lpstr>שאלה 11</vt:lpstr>
      <vt:lpstr>שאלה 12</vt:lpstr>
      <vt:lpstr>שאלה 13</vt:lpstr>
      <vt:lpstr>שאלה 14 </vt:lpstr>
      <vt:lpstr>שאלה 15</vt:lpstr>
      <vt:lpstr>שאלה 16</vt:lpstr>
      <vt:lpstr>שאלה 17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דף חודשי מס' 4</dc:title>
  <dc:creator>DoritN</dc:creator>
  <cp:lastModifiedBy>שני ישראלי</cp:lastModifiedBy>
  <cp:revision>74</cp:revision>
  <dcterms:created xsi:type="dcterms:W3CDTF">2013-12-31T14:35:52Z</dcterms:created>
  <dcterms:modified xsi:type="dcterms:W3CDTF">2023-02-01T09:17:58Z</dcterms:modified>
</cp:coreProperties>
</file>